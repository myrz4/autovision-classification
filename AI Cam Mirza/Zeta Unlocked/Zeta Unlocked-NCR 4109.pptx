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2"/>
  </p:notesMasterIdLst>
  <p:sldIdLst>
    <p:sldId id="276" r:id="rId6"/>
    <p:sldId id="281" r:id="rId7"/>
    <p:sldId id="282" r:id="rId8"/>
    <p:sldId id="289" r:id="rId9"/>
    <p:sldId id="291" r:id="rId10"/>
    <p:sldId id="27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80808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704" autoAdjust="0"/>
  </p:normalViewPr>
  <p:slideViewPr>
    <p:cSldViewPr snapToGrid="0">
      <p:cViewPr>
        <p:scale>
          <a:sx n="100" d="100"/>
          <a:sy n="100" d="100"/>
        </p:scale>
        <p:origin x="708" y="4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5/27/2023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372693" y="2334422"/>
            <a:ext cx="4009237" cy="600754"/>
          </a:xfrm>
        </p:spPr>
        <p:txBody>
          <a:bodyPr/>
          <a:lstStyle/>
          <a:p>
            <a:r>
              <a:rPr lang="en-US" b="1" dirty="0">
                <a:effectLst/>
              </a:rPr>
              <a:t>NCR </a:t>
            </a:r>
            <a:r>
              <a:rPr lang="en-US" b="1" dirty="0"/>
              <a:t>4109</a:t>
            </a:r>
            <a:endParaRPr lang="en-US" b="1" dirty="0">
              <a:effectLst/>
            </a:endParaRP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372693" y="2935176"/>
            <a:ext cx="10856604" cy="733058"/>
          </a:xfrm>
        </p:spPr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BID 141KM SF300065C002.1X - Zeta wires unlocking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2578100" y="441325"/>
            <a:ext cx="6159500" cy="409575"/>
          </a:xfrm>
        </p:spPr>
        <p:txBody>
          <a:bodyPr>
            <a:noAutofit/>
          </a:bodyPr>
          <a:lstStyle/>
          <a:p>
            <a:pPr algn="ctr"/>
            <a:r>
              <a:rPr lang="en-US" sz="3600" b="1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135464"/>
              </p:ext>
            </p:extLst>
          </p:nvPr>
        </p:nvGraphicFramePr>
        <p:xfrm>
          <a:off x="781050" y="1168401"/>
          <a:ext cx="10179050" cy="4489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97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300065C002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BID 141KM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Pipe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SF300065C002.1X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ST101.51896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Zeta Wire </a:t>
                      </a:r>
                      <a:r>
                        <a:rPr lang="en-US" sz="2000" dirty="0" err="1"/>
                        <a:t>Spiralling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0339">
                <a:tc>
                  <a:txBody>
                    <a:bodyPr/>
                    <a:lstStyle/>
                    <a:p>
                      <a:r>
                        <a:rPr lang="en-US" sz="2000" b="1" dirty="0"/>
                        <a:t>Length</a:t>
                      </a:r>
                      <a:r>
                        <a:rPr lang="en-US" sz="2000" b="1" baseline="0" dirty="0"/>
                        <a:t> affected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/>
                        <a:t>5458.9m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Raw Materials : ZETA 6.2 F109 (MP205)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6967" y="884636"/>
            <a:ext cx="11150600" cy="2585323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</a:t>
            </a: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During the zeta spiraling of BID 141KM SF300065C002.1X (ST101.51896), the zeta unlock was detected at length 5458.9m</a:t>
            </a:r>
          </a:p>
          <a:p>
            <a:endParaRPr lang="en-US" b="1" u="sng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</a:t>
            </a: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 </a:t>
            </a:r>
            <a:endParaRPr lang="en-US" dirty="0"/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root cause was due to uneven brake adjustment.</a:t>
            </a:r>
            <a:endParaRPr lang="en-GB" dirty="0"/>
          </a:p>
          <a:p>
            <a:r>
              <a:rPr lang="en-US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</a:t>
            </a: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Reparation by un-spiral has been performed to re-position the wires to be in a good spiral. Thus, this reparation was accepted as it is and the dimensional after the repair is within the criteria.</a:t>
            </a:r>
            <a:endParaRPr lang="en-GB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841336" y="205798"/>
            <a:ext cx="6019800" cy="574675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2402095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41019" y="179302"/>
            <a:ext cx="10109962" cy="574675"/>
          </a:xfrm>
        </p:spPr>
        <p:txBody>
          <a:bodyPr>
            <a:noAutofit/>
          </a:bodyPr>
          <a:lstStyle/>
          <a:p>
            <a:pPr algn="ctr"/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Zeta wire unlock</a:t>
            </a:r>
            <a:endParaRPr lang="en-US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46260" y="5855647"/>
            <a:ext cx="9496439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1 : </a:t>
            </a: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 zeta unlock was detected at length 5458.9m</a:t>
            </a:r>
            <a:endParaRPr lang="en-GB" dirty="0"/>
          </a:p>
        </p:txBody>
      </p:sp>
      <p:pic>
        <p:nvPicPr>
          <p:cNvPr id="3" name="Picture 2" descr="A picture containing person, metal, camera lens&#10;&#10;Description automatically generated">
            <a:extLst>
              <a:ext uri="{FF2B5EF4-FFF2-40B4-BE49-F238E27FC236}">
                <a16:creationId xmlns:a16="http://schemas.microsoft.com/office/drawing/2014/main" id="{2731878A-D7E4-4AD1-A1EC-6F381576D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260" y="753976"/>
            <a:ext cx="8201040" cy="510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70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41019" y="179302"/>
            <a:ext cx="10109962" cy="574675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Open Sans" panose="020B0606030504020204" pitchFamily="34" charset="0"/>
              </a:rPr>
              <a:t>After repair</a:t>
            </a:r>
            <a:endParaRPr lang="en-US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46260" y="5855647"/>
            <a:ext cx="9496439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1 : </a:t>
            </a: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 condition after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unspiral</a:t>
            </a: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and re-spiral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67B26C-3578-4145-B467-193209C91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260" y="753977"/>
            <a:ext cx="8299480" cy="51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500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162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NCR 4109</vt:lpstr>
      <vt:lpstr>Pipe section / details</vt:lpstr>
      <vt:lpstr>Overview of anomaly</vt:lpstr>
      <vt:lpstr>Zeta wire unlock</vt:lpstr>
      <vt:lpstr>After repair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title (32pt)</dc:title>
  <dc:creator>Sandy Enoch</dc:creator>
  <cp:lastModifiedBy>Muizuddin Mohd Noh</cp:lastModifiedBy>
  <cp:revision>217</cp:revision>
  <dcterms:created xsi:type="dcterms:W3CDTF">2017-01-06T20:47:07Z</dcterms:created>
  <dcterms:modified xsi:type="dcterms:W3CDTF">2023-05-27T04:45:43Z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aabacf-b917-4a45-9a5f-ed3a53d2eeb7_Enabled">
    <vt:lpwstr>true</vt:lpwstr>
  </property>
  <property fmtid="{D5CDD505-2E9C-101B-9397-08002B2CF9AE}" pid="3" name="MSIP_Label_8caabacf-b917-4a45-9a5f-ed3a53d2eeb7_SetDate">
    <vt:lpwstr>2022-06-06T07:06:35Z</vt:lpwstr>
  </property>
  <property fmtid="{D5CDD505-2E9C-101B-9397-08002B2CF9AE}" pid="4" name="MSIP_Label_8caabacf-b917-4a45-9a5f-ed3a53d2eeb7_Method">
    <vt:lpwstr>Standard</vt:lpwstr>
  </property>
  <property fmtid="{D5CDD505-2E9C-101B-9397-08002B2CF9AE}" pid="5" name="MSIP_Label_8caabacf-b917-4a45-9a5f-ed3a53d2eeb7_Name">
    <vt:lpwstr>Anyone - No Protection</vt:lpwstr>
  </property>
  <property fmtid="{D5CDD505-2E9C-101B-9397-08002B2CF9AE}" pid="6" name="MSIP_Label_8caabacf-b917-4a45-9a5f-ed3a53d2eeb7_SiteId">
    <vt:lpwstr>0804c951-93a0-405d-80e4-fa87c7551d6a</vt:lpwstr>
  </property>
  <property fmtid="{D5CDD505-2E9C-101B-9397-08002B2CF9AE}" pid="7" name="MSIP_Label_8caabacf-b917-4a45-9a5f-ed3a53d2eeb7_ActionId">
    <vt:lpwstr>022dcbe2-13cc-4823-b635-e45312fb8034</vt:lpwstr>
  </property>
  <property fmtid="{D5CDD505-2E9C-101B-9397-08002B2CF9AE}" pid="8" name="MSIP_Label_8caabacf-b917-4a45-9a5f-ed3a53d2eeb7_ContentBits">
    <vt:lpwstr>0</vt:lpwstr>
  </property>
</Properties>
</file>