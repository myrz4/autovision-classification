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3"/>
  </p:notesMasterIdLst>
  <p:sldIdLst>
    <p:sldId id="276" r:id="rId6"/>
    <p:sldId id="281" r:id="rId7"/>
    <p:sldId id="282" r:id="rId8"/>
    <p:sldId id="286" r:id="rId9"/>
    <p:sldId id="287" r:id="rId10"/>
    <p:sldId id="28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80808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704" autoAdjust="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479637" y="1967942"/>
            <a:ext cx="4009237" cy="600754"/>
          </a:xfrm>
        </p:spPr>
        <p:txBody>
          <a:bodyPr/>
          <a:lstStyle/>
          <a:p>
            <a:r>
              <a:rPr lang="en-US" b="1" dirty="0"/>
              <a:t>NCR 4331</a:t>
            </a:r>
            <a:endParaRPr lang="en-US" b="1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79637" y="2556822"/>
            <a:ext cx="10148780" cy="317501"/>
          </a:xfrm>
        </p:spPr>
        <p:txBody>
          <a:bodyPr/>
          <a:lstStyle/>
          <a:p>
            <a:r>
              <a:rPr lang="en-US" dirty="0"/>
              <a:t>BID 141KM SF300065C002.2X - Zeta wires unlocking</a:t>
            </a:r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2578100" y="441325"/>
            <a:ext cx="6159500" cy="409575"/>
          </a:xfrm>
        </p:spPr>
        <p:txBody>
          <a:bodyPr>
            <a:noAutofit/>
          </a:bodyPr>
          <a:lstStyle/>
          <a:p>
            <a:pPr algn="ctr"/>
            <a:r>
              <a:rPr lang="en-US" sz="3600" b="1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069832"/>
              </p:ext>
            </p:extLst>
          </p:nvPr>
        </p:nvGraphicFramePr>
        <p:xfrm>
          <a:off x="781050" y="1168401"/>
          <a:ext cx="10179050" cy="4489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97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300065C004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BID 141KM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SF300065C004.2X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ST101.51896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Zeta Wire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339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aseline="0" dirty="0"/>
                        <a:t>1602.2m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ZETA 6.2 FI09 (MP205)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2566" y="1532336"/>
            <a:ext cx="10877340" cy="31393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</a:p>
          <a:p>
            <a:r>
              <a:rPr lang="en-US" dirty="0"/>
              <a:t>During the zeta spiraling of BID 141KM SF300065C004.2X (ST101.51896), the zeta unlock was detected at length 1602.2m</a:t>
            </a:r>
          </a:p>
          <a:p>
            <a:endParaRPr lang="en-US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 </a:t>
            </a:r>
            <a:endParaRPr lang="en-US" dirty="0"/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was due to uneven brake adjustment.</a:t>
            </a:r>
          </a:p>
          <a:p>
            <a:endParaRPr lang="en-US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endParaRPr lang="en-GB" dirty="0"/>
          </a:p>
          <a:p>
            <a:r>
              <a:rPr 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</a:p>
          <a:p>
            <a:r>
              <a:rPr lang="en-US" dirty="0"/>
              <a:t>Reparation by un-spiral has been performed to re-position the wires to be in a good spiral. Thus, this reparation was accepted as it is and the dimensional after the repair is within the criteria.</a:t>
            </a:r>
            <a:endParaRPr lang="en-US" dirty="0">
              <a:effectLst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41336" y="205798"/>
            <a:ext cx="6019800" cy="57467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240209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09588B9-39B6-47BF-96AB-0C8BAD1F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  <a:endParaRPr lang="en-US" sz="1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8124F-CB49-4415-81BD-122ECF0E78B5}"/>
              </a:ext>
            </a:extLst>
          </p:cNvPr>
          <p:cNvSpPr/>
          <p:nvPr/>
        </p:nvSpPr>
        <p:spPr>
          <a:xfrm>
            <a:off x="3024426" y="5444734"/>
            <a:ext cx="6543320" cy="490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Figure 1</a:t>
            </a:r>
            <a:r>
              <a:rPr lang="en-US" dirty="0">
                <a:solidFill>
                  <a:schemeClr val="tx1"/>
                </a:solidFill>
              </a:rPr>
              <a:t> : Condition of the defect 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3CB66-6A0E-4207-8347-5B8B9311F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566" y="1039076"/>
            <a:ext cx="3717060" cy="4114800"/>
          </a:xfrm>
          <a:prstGeom prst="rect">
            <a:avLst/>
          </a:prstGeom>
        </p:spPr>
      </p:pic>
      <p:pic>
        <p:nvPicPr>
          <p:cNvPr id="9" name="Picture 8" descr="A picture containing metal&#10;&#10;Description automatically generated">
            <a:extLst>
              <a:ext uri="{FF2B5EF4-FFF2-40B4-BE49-F238E27FC236}">
                <a16:creationId xmlns:a16="http://schemas.microsoft.com/office/drawing/2014/main" id="{65E957AF-6431-49B3-9C45-D887C7260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275" y="1039075"/>
            <a:ext cx="356130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0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09588B9-39B6-47BF-96AB-0C8BAD1F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Length of Defect</a:t>
            </a:r>
            <a:endParaRPr lang="en-US" sz="1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8124F-CB49-4415-81BD-122ECF0E78B5}"/>
              </a:ext>
            </a:extLst>
          </p:cNvPr>
          <p:cNvSpPr/>
          <p:nvPr/>
        </p:nvSpPr>
        <p:spPr>
          <a:xfrm>
            <a:off x="3024426" y="5444734"/>
            <a:ext cx="6543320" cy="490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Figure 2</a:t>
            </a:r>
            <a:r>
              <a:rPr lang="en-US" dirty="0">
                <a:solidFill>
                  <a:schemeClr val="tx1"/>
                </a:solidFill>
              </a:rPr>
              <a:t> : The zeta unlock was detected at length 1602.2m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person, metal&#10;&#10;Description automatically generated">
            <a:extLst>
              <a:ext uri="{FF2B5EF4-FFF2-40B4-BE49-F238E27FC236}">
                <a16:creationId xmlns:a16="http://schemas.microsoft.com/office/drawing/2014/main" id="{C7F67FCE-DC36-4ECB-9FFB-DF4A4FDC8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716" y="1121494"/>
            <a:ext cx="5470567" cy="410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21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09588B9-39B6-47BF-96AB-0C8BAD1F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Repaired</a:t>
            </a:r>
            <a:endParaRPr lang="en-US" sz="1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8124F-CB49-4415-81BD-122ECF0E78B5}"/>
              </a:ext>
            </a:extLst>
          </p:cNvPr>
          <p:cNvSpPr/>
          <p:nvPr/>
        </p:nvSpPr>
        <p:spPr>
          <a:xfrm>
            <a:off x="3024426" y="5444734"/>
            <a:ext cx="6543320" cy="490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Figure 3</a:t>
            </a:r>
            <a:r>
              <a:rPr lang="en-US" dirty="0">
                <a:solidFill>
                  <a:schemeClr val="tx1"/>
                </a:solidFill>
              </a:rPr>
              <a:t> : Condition of wire after repaired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Picture 3" descr="A bench sits unoccupied&#10;&#10;Description automatically generated with medium confidence">
            <a:extLst>
              <a:ext uri="{FF2B5EF4-FFF2-40B4-BE49-F238E27FC236}">
                <a16:creationId xmlns:a16="http://schemas.microsoft.com/office/drawing/2014/main" id="{BDAF8917-4343-496B-8532-D579B9321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89" y="1039078"/>
            <a:ext cx="3656603" cy="4114800"/>
          </a:xfrm>
          <a:prstGeom prst="rect">
            <a:avLst/>
          </a:prstGeom>
        </p:spPr>
      </p:pic>
      <p:pic>
        <p:nvPicPr>
          <p:cNvPr id="6" name="Picture 5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C8B47EEF-0FC1-4838-8D7B-6F5BEFC9E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394" y="1039078"/>
            <a:ext cx="347669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74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169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NCR 4331</vt:lpstr>
      <vt:lpstr>Pipe section / details</vt:lpstr>
      <vt:lpstr>Overview of anomaly</vt:lpstr>
      <vt:lpstr>Overview Of Anomaly</vt:lpstr>
      <vt:lpstr>Length of Defect</vt:lpstr>
      <vt:lpstr>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Muizuddin Mohd Noh</cp:lastModifiedBy>
  <cp:revision>238</cp:revision>
  <dcterms:created xsi:type="dcterms:W3CDTF">2017-01-06T20:47:07Z</dcterms:created>
  <dcterms:modified xsi:type="dcterms:W3CDTF">2023-05-27T05:46:34Z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48b937-0ae3-46f5-b32e-f3232b5be847_Enabled">
    <vt:lpwstr>True</vt:lpwstr>
  </property>
  <property fmtid="{D5CDD505-2E9C-101B-9397-08002B2CF9AE}" pid="3" name="MSIP_Label_3b48b937-0ae3-46f5-b32e-f3232b5be847_SiteId">
    <vt:lpwstr>9179d01a-e94c-4488-b5f0-4554bc474f8c</vt:lpwstr>
  </property>
  <property fmtid="{D5CDD505-2E9C-101B-9397-08002B2CF9AE}" pid="4" name="MSIP_Label_3b48b937-0ae3-46f5-b32e-f3232b5be847_Owner">
    <vt:lpwstr>saharudin.mohamedkasah@technipfmc.com</vt:lpwstr>
  </property>
  <property fmtid="{D5CDD505-2E9C-101B-9397-08002B2CF9AE}" pid="5" name="MSIP_Label_3b48b937-0ae3-46f5-b32e-f3232b5be847_SetDate">
    <vt:lpwstr>2021-01-22T17:50:03.5897201Z</vt:lpwstr>
  </property>
  <property fmtid="{D5CDD505-2E9C-101B-9397-08002B2CF9AE}" pid="6" name="MSIP_Label_3b48b937-0ae3-46f5-b32e-f3232b5be847_Name">
    <vt:lpwstr>General</vt:lpwstr>
  </property>
  <property fmtid="{D5CDD505-2E9C-101B-9397-08002B2CF9AE}" pid="7" name="MSIP_Label_3b48b937-0ae3-46f5-b32e-f3232b5be847_Application">
    <vt:lpwstr>Microsoft Azure Information Protection</vt:lpwstr>
  </property>
  <property fmtid="{D5CDD505-2E9C-101B-9397-08002B2CF9AE}" pid="8" name="MSIP_Label_3b48b937-0ae3-46f5-b32e-f3232b5be847_Extended_MSFT_Method">
    <vt:lpwstr>Automatic</vt:lpwstr>
  </property>
  <property fmtid="{D5CDD505-2E9C-101B-9397-08002B2CF9AE}" pid="9" name="MSIP_Label_8f79752b-c5ee-4ad3-a24f-e300e7b653f3_Enabled">
    <vt:lpwstr>True</vt:lpwstr>
  </property>
  <property fmtid="{D5CDD505-2E9C-101B-9397-08002B2CF9AE}" pid="10" name="MSIP_Label_8f79752b-c5ee-4ad3-a24f-e300e7b653f3_SiteId">
    <vt:lpwstr>9179d01a-e94c-4488-b5f0-4554bc474f8c</vt:lpwstr>
  </property>
  <property fmtid="{D5CDD505-2E9C-101B-9397-08002B2CF9AE}" pid="11" name="MSIP_Label_8f79752b-c5ee-4ad3-a24f-e300e7b653f3_Owner">
    <vt:lpwstr>saharudin.mohamedkasah@technipfmc.com</vt:lpwstr>
  </property>
  <property fmtid="{D5CDD505-2E9C-101B-9397-08002B2CF9AE}" pid="12" name="MSIP_Label_8f79752b-c5ee-4ad3-a24f-e300e7b653f3_SetDate">
    <vt:lpwstr>2021-01-22T17:50:03.5897201Z</vt:lpwstr>
  </property>
  <property fmtid="{D5CDD505-2E9C-101B-9397-08002B2CF9AE}" pid="13" name="MSIP_Label_8f79752b-c5ee-4ad3-a24f-e300e7b653f3_Name">
    <vt:lpwstr>Anyone - No Protection</vt:lpwstr>
  </property>
  <property fmtid="{D5CDD505-2E9C-101B-9397-08002B2CF9AE}" pid="14" name="MSIP_Label_8f79752b-c5ee-4ad3-a24f-e300e7b653f3_Application">
    <vt:lpwstr>Microsoft Azure Information Protection</vt:lpwstr>
  </property>
  <property fmtid="{D5CDD505-2E9C-101B-9397-08002B2CF9AE}" pid="15" name="MSIP_Label_8f79752b-c5ee-4ad3-a24f-e300e7b653f3_Parent">
    <vt:lpwstr>3b48b937-0ae3-46f5-b32e-f3232b5be847</vt:lpwstr>
  </property>
  <property fmtid="{D5CDD505-2E9C-101B-9397-08002B2CF9AE}" pid="16" name="MSIP_Label_8f79752b-c5ee-4ad3-a24f-e300e7b653f3_Extended_MSFT_Method">
    <vt:lpwstr>Automatic</vt:lpwstr>
  </property>
  <property fmtid="{D5CDD505-2E9C-101B-9397-08002B2CF9AE}" pid="17" name="MSIP_Label_8caabacf-b917-4a45-9a5f-ed3a53d2eeb7_Enabled">
    <vt:lpwstr>true</vt:lpwstr>
  </property>
  <property fmtid="{D5CDD505-2E9C-101B-9397-08002B2CF9AE}" pid="18" name="MSIP_Label_8caabacf-b917-4a45-9a5f-ed3a53d2eeb7_SetDate">
    <vt:lpwstr>2022-04-11T05:47:06Z</vt:lpwstr>
  </property>
  <property fmtid="{D5CDD505-2E9C-101B-9397-08002B2CF9AE}" pid="19" name="MSIP_Label_8caabacf-b917-4a45-9a5f-ed3a53d2eeb7_Method">
    <vt:lpwstr>Standard</vt:lpwstr>
  </property>
  <property fmtid="{D5CDD505-2E9C-101B-9397-08002B2CF9AE}" pid="20" name="MSIP_Label_8caabacf-b917-4a45-9a5f-ed3a53d2eeb7_Name">
    <vt:lpwstr>Anyone - No Protection</vt:lpwstr>
  </property>
  <property fmtid="{D5CDD505-2E9C-101B-9397-08002B2CF9AE}" pid="21" name="MSIP_Label_8caabacf-b917-4a45-9a5f-ed3a53d2eeb7_SiteId">
    <vt:lpwstr>0804c951-93a0-405d-80e4-fa87c7551d6a</vt:lpwstr>
  </property>
  <property fmtid="{D5CDD505-2E9C-101B-9397-08002B2CF9AE}" pid="22" name="MSIP_Label_8caabacf-b917-4a45-9a5f-ed3a53d2eeb7_ActionId">
    <vt:lpwstr>12cc8eaf-3b73-4c94-bd29-5d65cc65d409</vt:lpwstr>
  </property>
  <property fmtid="{D5CDD505-2E9C-101B-9397-08002B2CF9AE}" pid="23" name="MSIP_Label_8caabacf-b917-4a45-9a5f-ed3a53d2eeb7_ContentBits">
    <vt:lpwstr>0</vt:lpwstr>
  </property>
</Properties>
</file>