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slideLayouts/slideLayout5.xml" ContentType="application/vnd.openxmlformats-officedocument.presentationml.slideLayout+xml"/>
  <Override PartName="/ppt/theme/theme3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4.xml" ContentType="application/vnd.openxmlformats-officedocument.theme+xml"/>
  <Override PartName="/ppt/slideLayouts/slideLayout12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7" r:id="rId2"/>
    <p:sldMasterId id="2147483716" r:id="rId3"/>
    <p:sldMasterId id="2147483710" r:id="rId4"/>
    <p:sldMasterId id="2147483723" r:id="rId5"/>
  </p:sldMasterIdLst>
  <p:notesMasterIdLst>
    <p:notesMasterId r:id="rId12"/>
  </p:notesMasterIdLst>
  <p:sldIdLst>
    <p:sldId id="276" r:id="rId6"/>
    <p:sldId id="281" r:id="rId7"/>
    <p:sldId id="285" r:id="rId8"/>
    <p:sldId id="295" r:id="rId9"/>
    <p:sldId id="296" r:id="rId10"/>
    <p:sldId id="279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80808"/>
    <a:srgbClr val="0000FF"/>
    <a:srgbClr val="CB2C30"/>
    <a:srgbClr val="494D4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458" autoAdjust="0"/>
    <p:restoredTop sz="96120" autoAdjust="0"/>
  </p:normalViewPr>
  <p:slideViewPr>
    <p:cSldViewPr snapToGrid="0">
      <p:cViewPr varScale="1">
        <p:scale>
          <a:sx n="114" d="100"/>
          <a:sy n="114" d="100"/>
        </p:scale>
        <p:origin x="732" y="10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2.xml"/><Relationship Id="rId1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5.xml"/><Relationship Id="rId15" Type="http://schemas.openxmlformats.org/officeDocument/2006/relationships/theme" Target="theme/theme1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A6BAAD-1FB8-463E-98EC-4A9AB5876F30}" type="datetimeFigureOut">
              <a:rPr lang="en-US" smtClean="0"/>
              <a:t>25-Feb-25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FA596D-E0A5-4850-848A-42B87D1D75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1840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554665" y="1632985"/>
            <a:ext cx="11125200" cy="3894138"/>
          </a:xfrm>
          <a:prstGeom prst="rect">
            <a:avLst/>
          </a:prstGeom>
        </p:spPr>
        <p:txBody>
          <a:bodyPr/>
          <a:lstStyle>
            <a:lvl1pPr>
              <a:defRPr sz="2000"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Subheading (20pt)</a:t>
            </a:r>
          </a:p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Body text (20pt)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 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</p:txBody>
      </p:sp>
      <p:sp>
        <p:nvSpPr>
          <p:cNvPr id="10" name="Title Placeholder 2"/>
          <p:cNvSpPr>
            <a:spLocks noGrp="1"/>
          </p:cNvSpPr>
          <p:nvPr>
            <p:ph type="title"/>
          </p:nvPr>
        </p:nvSpPr>
        <p:spPr>
          <a:xfrm>
            <a:off x="533400" y="156654"/>
            <a:ext cx="11125200" cy="9150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088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533400" y="1632985"/>
            <a:ext cx="11125200" cy="2862755"/>
          </a:xfrm>
          <a:prstGeom prst="rect">
            <a:avLst/>
          </a:prstGeom>
        </p:spPr>
        <p:txBody>
          <a:bodyPr numCol="2" spcCol="228600"/>
          <a:lstStyle>
            <a:lvl1pPr>
              <a:defRPr sz="2000"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 Column Text (20pt)</a:t>
            </a:r>
          </a:p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Body text (20pt)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 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>
              <a:spcAft>
                <a:spcPts val="600"/>
              </a:spcAft>
              <a:tabLst>
                <a:tab pos="798513" algn="l"/>
              </a:tabLst>
            </a:pPr>
            <a:endParaRPr lang="en-US" sz="20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Subheading </a:t>
            </a:r>
          </a:p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Body text (20pt)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 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endParaRPr lang="en-US" sz="2000" dirty="0">
              <a:solidFill>
                <a:srgbClr val="494D4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itle Placeholder 1"/>
          <p:cNvSpPr>
            <a:spLocks noGrp="1"/>
          </p:cNvSpPr>
          <p:nvPr>
            <p:ph type="title"/>
          </p:nvPr>
        </p:nvSpPr>
        <p:spPr>
          <a:xfrm>
            <a:off x="533400" y="137263"/>
            <a:ext cx="11125200" cy="9018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0163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533400" y="1632985"/>
            <a:ext cx="11125200" cy="3894138"/>
          </a:xfrm>
          <a:prstGeom prst="rect">
            <a:avLst/>
          </a:prstGeom>
        </p:spPr>
        <p:txBody>
          <a:bodyPr numCol="3" spcCol="228600"/>
          <a:lstStyle>
            <a:lvl1pPr>
              <a:defRPr sz="2000"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 Column Text </a:t>
            </a:r>
          </a:p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Body text (20pt)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 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endParaRPr lang="en-US" sz="2000" dirty="0">
              <a:solidFill>
                <a:srgbClr val="494D4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  <a:tabLst>
                <a:tab pos="798513" algn="l"/>
              </a:tabLst>
            </a:pPr>
            <a:endParaRPr lang="en-US" sz="20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  <a:tabLst>
                <a:tab pos="798513" algn="l"/>
              </a:tabLst>
            </a:pPr>
            <a:endParaRPr lang="en-US" sz="20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  <a:tabLst>
                <a:tab pos="798513" algn="l"/>
              </a:tabLst>
            </a:pPr>
            <a:endParaRPr lang="en-US" sz="20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Subheading </a:t>
            </a:r>
          </a:p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Body text (20pt)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 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>
              <a:spcAft>
                <a:spcPts val="600"/>
              </a:spcAft>
              <a:tabLst>
                <a:tab pos="798513" algn="l"/>
              </a:tabLst>
            </a:pPr>
            <a:endParaRPr lang="en-US" sz="20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  <a:tabLst>
                <a:tab pos="798513" algn="l"/>
              </a:tabLst>
            </a:pPr>
            <a:endParaRPr lang="en-US" sz="20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  <a:tabLst>
                <a:tab pos="798513" algn="l"/>
              </a:tabLst>
            </a:pPr>
            <a:endParaRPr lang="en-US" sz="20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  <a:tabLst>
                <a:tab pos="798513" algn="l"/>
              </a:tabLst>
            </a:pPr>
            <a:endParaRPr lang="en-US" sz="20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Subheading </a:t>
            </a:r>
          </a:p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Body text (20pt)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 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endParaRPr lang="en-US" sz="2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endParaRPr lang="en-US" sz="2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endParaRPr lang="en-US" sz="2000" dirty="0">
              <a:solidFill>
                <a:srgbClr val="494D4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itle Placeholder 1"/>
          <p:cNvSpPr>
            <a:spLocks noGrp="1"/>
          </p:cNvSpPr>
          <p:nvPr>
            <p:ph type="title"/>
          </p:nvPr>
        </p:nvSpPr>
        <p:spPr>
          <a:xfrm>
            <a:off x="533400" y="137263"/>
            <a:ext cx="11125200" cy="9018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99233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533400" y="1521169"/>
            <a:ext cx="2866541" cy="2775051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Picture Placeholder 2"/>
          <p:cNvSpPr>
            <a:spLocks noGrp="1"/>
          </p:cNvSpPr>
          <p:nvPr>
            <p:ph type="pic" sz="quarter" idx="11"/>
          </p:nvPr>
        </p:nvSpPr>
        <p:spPr>
          <a:xfrm>
            <a:off x="4662729" y="1521169"/>
            <a:ext cx="2866541" cy="2775051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4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8792059" y="1525788"/>
            <a:ext cx="2866541" cy="2775051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533400" y="4425696"/>
            <a:ext cx="2867025" cy="1708404"/>
          </a:xfrm>
          <a:prstGeom prst="rect">
            <a:avLst/>
          </a:prstGeom>
        </p:spPr>
        <p:txBody>
          <a:bodyPr/>
          <a:lstStyle>
            <a:lvl1pPr>
              <a:defRPr sz="2000" b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Subhead (20pt)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 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4" hasCustomPrompt="1"/>
          </p:nvPr>
        </p:nvSpPr>
        <p:spPr>
          <a:xfrm>
            <a:off x="4662488" y="4460812"/>
            <a:ext cx="2867025" cy="1708404"/>
          </a:xfrm>
          <a:prstGeom prst="rect">
            <a:avLst/>
          </a:prstGeom>
        </p:spPr>
        <p:txBody>
          <a:bodyPr/>
          <a:lstStyle>
            <a:lvl1pPr>
              <a:defRPr sz="2000" b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Subhead (20pt)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 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</p:txBody>
      </p:sp>
      <p:sp>
        <p:nvSpPr>
          <p:cNvPr id="9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8791575" y="4460812"/>
            <a:ext cx="2867025" cy="1708404"/>
          </a:xfrm>
          <a:prstGeom prst="rect">
            <a:avLst/>
          </a:prstGeom>
        </p:spPr>
        <p:txBody>
          <a:bodyPr/>
          <a:lstStyle>
            <a:lvl1pPr>
              <a:defRPr sz="2000" b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Subhead (20pt)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 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</p:txBody>
      </p:sp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533400" y="137263"/>
            <a:ext cx="11125200" cy="9018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58647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and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8"/>
          <p:cNvSpPr>
            <a:spLocks noGrp="1"/>
          </p:cNvSpPr>
          <p:nvPr>
            <p:ph type="title" hasCustomPrompt="1"/>
          </p:nvPr>
        </p:nvSpPr>
        <p:spPr>
          <a:xfrm>
            <a:off x="658630" y="2231346"/>
            <a:ext cx="5800725" cy="916588"/>
          </a:xfrm>
          <a:prstGeom prst="rect">
            <a:avLst/>
          </a:prstGeom>
        </p:spPr>
        <p:txBody>
          <a:bodyPr/>
          <a:lstStyle>
            <a:lvl1pPr>
              <a:lnSpc>
                <a:spcPts val="3500"/>
              </a:lnSpc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6" name="Text Placeholder 10"/>
          <p:cNvSpPr>
            <a:spLocks noGrp="1"/>
          </p:cNvSpPr>
          <p:nvPr>
            <p:ph type="body" sz="quarter" idx="10" hasCustomPrompt="1"/>
          </p:nvPr>
        </p:nvSpPr>
        <p:spPr>
          <a:xfrm>
            <a:off x="658629" y="3498667"/>
            <a:ext cx="5800725" cy="5302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Subtitle (18pt)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673619" y="4432091"/>
            <a:ext cx="2579247" cy="23734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Date (12pt)</a:t>
            </a:r>
          </a:p>
        </p:txBody>
      </p:sp>
    </p:spTree>
    <p:extLst>
      <p:ext uri="{BB962C8B-B14F-4D97-AF65-F5344CB8AC3E}">
        <p14:creationId xmlns:p14="http://schemas.microsoft.com/office/powerpoint/2010/main" val="30040927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0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 userDrawn="1">
            <p:ph type="title"/>
          </p:nvPr>
        </p:nvSpPr>
        <p:spPr>
          <a:xfrm>
            <a:off x="533400" y="354108"/>
            <a:ext cx="11125200" cy="951611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2" name="Group 1"/>
          <p:cNvGrpSpPr/>
          <p:nvPr userDrawn="1"/>
        </p:nvGrpSpPr>
        <p:grpSpPr>
          <a:xfrm>
            <a:off x="0" y="3926541"/>
            <a:ext cx="2940984" cy="2940984"/>
            <a:chOff x="0" y="3926541"/>
            <a:chExt cx="2940984" cy="2940984"/>
          </a:xfrm>
        </p:grpSpPr>
        <p:pic>
          <p:nvPicPr>
            <p:cNvPr id="8" name="Picture 7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3926541"/>
              <a:ext cx="2940984" cy="2940984"/>
            </a:xfrm>
            <a:prstGeom prst="rect">
              <a:avLst/>
            </a:prstGeom>
          </p:spPr>
        </p:pic>
        <p:pic>
          <p:nvPicPr>
            <p:cNvPr id="6" name="Picture 5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4492" y="6435673"/>
              <a:ext cx="1371600" cy="253257"/>
            </a:xfrm>
            <a:prstGeom prst="rect">
              <a:avLst/>
            </a:prstGeom>
          </p:spPr>
        </p:pic>
      </p:grp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4078941"/>
            <a:ext cx="2940984" cy="2940984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892" y="6588073"/>
            <a:ext cx="1371600" cy="253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0288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52" userDrawn="1">
          <p15:clr>
            <a:srgbClr val="FBAE40"/>
          </p15:clr>
        </p15:guide>
        <p15:guide id="2" pos="7344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er Grey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 userDrawn="1"/>
        </p:nvGrpSpPr>
        <p:grpSpPr>
          <a:xfrm>
            <a:off x="0" y="3926541"/>
            <a:ext cx="2940984" cy="2940984"/>
            <a:chOff x="0" y="3926541"/>
            <a:chExt cx="2940984" cy="2940984"/>
          </a:xfrm>
        </p:grpSpPr>
        <p:pic>
          <p:nvPicPr>
            <p:cNvPr id="8" name="Picture 7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3926541"/>
              <a:ext cx="2940984" cy="2940984"/>
            </a:xfrm>
            <a:prstGeom prst="rect">
              <a:avLst/>
            </a:prstGeom>
          </p:spPr>
        </p:pic>
        <p:pic>
          <p:nvPicPr>
            <p:cNvPr id="6" name="Picture 5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4492" y="6435673"/>
              <a:ext cx="1371600" cy="253257"/>
            </a:xfrm>
            <a:prstGeom prst="rect">
              <a:avLst/>
            </a:prstGeom>
          </p:spPr>
        </p:pic>
      </p:grpSp>
      <p:sp>
        <p:nvSpPr>
          <p:cNvPr id="7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33400" y="1385508"/>
            <a:ext cx="7203558" cy="11049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title style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10"/>
          </p:nvPr>
        </p:nvSpPr>
        <p:spPr>
          <a:xfrm>
            <a:off x="533400" y="2704268"/>
            <a:ext cx="7203558" cy="1186976"/>
          </a:xfrm>
          <a:prstGeom prst="rect">
            <a:avLst/>
          </a:prstGeom>
        </p:spPr>
        <p:txBody>
          <a:bodyPr/>
          <a:lstStyle>
            <a:lvl1pPr>
              <a:defRPr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38216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52">
          <p15:clr>
            <a:srgbClr val="FBAE40"/>
          </p15:clr>
        </p15:guide>
        <p15:guide id="2" pos="734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Red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33400" y="1385508"/>
            <a:ext cx="7203558" cy="11049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title style</a:t>
            </a:r>
          </a:p>
        </p:txBody>
      </p:sp>
      <p:sp>
        <p:nvSpPr>
          <p:cNvPr id="6" name="Text Placeholder 12"/>
          <p:cNvSpPr>
            <a:spLocks noGrp="1"/>
          </p:cNvSpPr>
          <p:nvPr>
            <p:ph type="body" sz="quarter" idx="10"/>
          </p:nvPr>
        </p:nvSpPr>
        <p:spPr>
          <a:xfrm>
            <a:off x="533400" y="2704268"/>
            <a:ext cx="7203558" cy="1186976"/>
          </a:xfrm>
          <a:prstGeom prst="rect">
            <a:avLst/>
          </a:prstGeom>
        </p:spPr>
        <p:txBody>
          <a:bodyPr/>
          <a:lstStyle>
            <a:lvl1pPr>
              <a:defRPr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3" name="Group 12"/>
          <p:cNvGrpSpPr/>
          <p:nvPr userDrawn="1"/>
        </p:nvGrpSpPr>
        <p:grpSpPr>
          <a:xfrm>
            <a:off x="0" y="3926541"/>
            <a:ext cx="2940984" cy="2940984"/>
            <a:chOff x="0" y="3926541"/>
            <a:chExt cx="2940984" cy="2940984"/>
          </a:xfrm>
        </p:grpSpPr>
        <p:pic>
          <p:nvPicPr>
            <p:cNvPr id="14" name="Picture 13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3926541"/>
              <a:ext cx="2940984" cy="2940984"/>
            </a:xfrm>
            <a:prstGeom prst="rect">
              <a:avLst/>
            </a:prstGeom>
          </p:spPr>
        </p:pic>
        <p:pic>
          <p:nvPicPr>
            <p:cNvPr id="15" name="Picture 14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4492" y="6435673"/>
              <a:ext cx="1371600" cy="25325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08662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52" userDrawn="1">
          <p15:clr>
            <a:srgbClr val="FBAE40"/>
          </p15:clr>
        </p15:guide>
        <p15:guide id="2" orient="horz" pos="226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33400" y="1385508"/>
            <a:ext cx="7203558" cy="11049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title style</a:t>
            </a:r>
          </a:p>
        </p:txBody>
      </p:sp>
      <p:sp>
        <p:nvSpPr>
          <p:cNvPr id="6" name="Text Placeholder 12"/>
          <p:cNvSpPr>
            <a:spLocks noGrp="1"/>
          </p:cNvSpPr>
          <p:nvPr>
            <p:ph type="body" sz="quarter" idx="10"/>
          </p:nvPr>
        </p:nvSpPr>
        <p:spPr>
          <a:xfrm>
            <a:off x="533400" y="2704268"/>
            <a:ext cx="7203558" cy="1186976"/>
          </a:xfrm>
          <a:prstGeom prst="rect">
            <a:avLst/>
          </a:prstGeom>
        </p:spPr>
        <p:txBody>
          <a:bodyPr/>
          <a:lstStyle>
            <a:lvl1pPr>
              <a:defRPr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3" name="Group 12"/>
          <p:cNvGrpSpPr/>
          <p:nvPr userDrawn="1"/>
        </p:nvGrpSpPr>
        <p:grpSpPr>
          <a:xfrm>
            <a:off x="0" y="3926541"/>
            <a:ext cx="2940984" cy="2940984"/>
            <a:chOff x="0" y="3926541"/>
            <a:chExt cx="2940984" cy="2940984"/>
          </a:xfrm>
        </p:grpSpPr>
        <p:pic>
          <p:nvPicPr>
            <p:cNvPr id="14" name="Picture 13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3926541"/>
              <a:ext cx="2940984" cy="2940984"/>
            </a:xfrm>
            <a:prstGeom prst="rect">
              <a:avLst/>
            </a:prstGeom>
          </p:spPr>
        </p:pic>
        <p:pic>
          <p:nvPicPr>
            <p:cNvPr id="15" name="Picture 14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4492" y="6435673"/>
              <a:ext cx="1371600" cy="25325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526529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52" userDrawn="1">
          <p15:clr>
            <a:srgbClr val="FBAE40"/>
          </p15:clr>
        </p15:guide>
        <p15:guide id="2" orient="horz" pos="226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er Purp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 userDrawn="1"/>
        </p:nvGrpSpPr>
        <p:grpSpPr>
          <a:xfrm>
            <a:off x="0" y="3926541"/>
            <a:ext cx="2940984" cy="2940984"/>
            <a:chOff x="0" y="3926541"/>
            <a:chExt cx="2940984" cy="2940984"/>
          </a:xfrm>
        </p:grpSpPr>
        <p:pic>
          <p:nvPicPr>
            <p:cNvPr id="13" name="Picture 12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3926541"/>
              <a:ext cx="2940984" cy="2940984"/>
            </a:xfrm>
            <a:prstGeom prst="rect">
              <a:avLst/>
            </a:prstGeom>
          </p:spPr>
        </p:pic>
        <p:pic>
          <p:nvPicPr>
            <p:cNvPr id="14" name="Picture 13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4492" y="6435673"/>
              <a:ext cx="1371600" cy="253257"/>
            </a:xfrm>
            <a:prstGeom prst="rect">
              <a:avLst/>
            </a:prstGeom>
          </p:spPr>
        </p:pic>
      </p:grpSp>
      <p:sp>
        <p:nvSpPr>
          <p:cNvPr id="15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33400" y="1385508"/>
            <a:ext cx="7203558" cy="11049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title style</a:t>
            </a:r>
          </a:p>
        </p:txBody>
      </p:sp>
      <p:sp>
        <p:nvSpPr>
          <p:cNvPr id="16" name="Text Placeholder 12"/>
          <p:cNvSpPr>
            <a:spLocks noGrp="1"/>
          </p:cNvSpPr>
          <p:nvPr>
            <p:ph type="body" sz="quarter" idx="10"/>
          </p:nvPr>
        </p:nvSpPr>
        <p:spPr>
          <a:xfrm>
            <a:off x="533400" y="2704268"/>
            <a:ext cx="7203558" cy="1186976"/>
          </a:xfrm>
          <a:prstGeom prst="rect">
            <a:avLst/>
          </a:prstGeom>
        </p:spPr>
        <p:txBody>
          <a:bodyPr/>
          <a:lstStyle>
            <a:lvl1pPr>
              <a:defRPr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34360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52" userDrawn="1">
          <p15:clr>
            <a:srgbClr val="FBAE40"/>
          </p15:clr>
        </p15:guide>
        <p15:guide id="2" orient="horz" pos="226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essage Take-away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88006"/>
            <a:ext cx="7476744" cy="3222625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0" y="3926541"/>
            <a:ext cx="2940984" cy="2940984"/>
            <a:chOff x="0" y="3926541"/>
            <a:chExt cx="2940984" cy="2940984"/>
          </a:xfrm>
        </p:grpSpPr>
        <p:pic>
          <p:nvPicPr>
            <p:cNvPr id="13" name="Picture 12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3926541"/>
              <a:ext cx="2940984" cy="2940984"/>
            </a:xfrm>
            <a:prstGeom prst="rect">
              <a:avLst/>
            </a:prstGeom>
          </p:spPr>
        </p:pic>
        <p:pic>
          <p:nvPicPr>
            <p:cNvPr id="14" name="Picture 13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4492" y="6435673"/>
              <a:ext cx="1371600" cy="25325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127828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52">
          <p15:clr>
            <a:srgbClr val="FBAE40"/>
          </p15:clr>
        </p15:guide>
        <p15:guide id="2" orient="horz" pos="226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19538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8.xml"/><Relationship Id="rId7" Type="http://schemas.openxmlformats.org/officeDocument/2006/relationships/theme" Target="../theme/theme4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5"/>
          <p:cNvSpPr txBox="1">
            <a:spLocks/>
          </p:cNvSpPr>
          <p:nvPr userDrawn="1"/>
        </p:nvSpPr>
        <p:spPr>
          <a:xfrm>
            <a:off x="8337755" y="6414408"/>
            <a:ext cx="3016045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Page</a:t>
            </a:r>
            <a:r>
              <a:rPr lang="en-US" sz="900" baseline="0" dirty="0">
                <a:latin typeface="Arial" panose="020B0604020202020204" pitchFamily="34" charset="0"/>
                <a:cs typeface="Arial" panose="020B0604020202020204" pitchFamily="34" charset="0"/>
              </a:rPr>
              <a:t> footer text  </a:t>
            </a:r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 |  </a:t>
            </a:r>
            <a:fld id="{11B427C5-C2E3-4C10-899D-ACC0DA09E6A6}" type="slidenum">
              <a:rPr lang="en-US" sz="900" smtClean="0"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492" y="6435673"/>
            <a:ext cx="1371600" cy="253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93939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661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Tx/>
        <a:buNone/>
        <a:defRPr sz="1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28" userDrawn="1">
          <p15:clr>
            <a:srgbClr val="F26B43"/>
          </p15:clr>
        </p15:guide>
        <p15:guide id="2" pos="7152" userDrawn="1">
          <p15:clr>
            <a:srgbClr val="F26B43"/>
          </p15:clr>
        </p15:guide>
        <p15:guide id="3" orient="horz" pos="3864" userDrawn="1">
          <p15:clr>
            <a:srgbClr val="F26B43"/>
          </p15:clr>
        </p15:guide>
        <p15:guide id="4" orient="horz" pos="456" userDrawn="1">
          <p15:clr>
            <a:srgbClr val="F26B43"/>
          </p15:clr>
        </p15:guide>
        <p15:guide id="5" orient="horz" pos="1176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 userDrawn="1"/>
        </p:nvGrpSpPr>
        <p:grpSpPr>
          <a:xfrm>
            <a:off x="3092476" y="0"/>
            <a:ext cx="9137356" cy="6867234"/>
            <a:chOff x="25893" y="0"/>
            <a:chExt cx="9137356" cy="6867234"/>
          </a:xfrm>
        </p:grpSpPr>
        <p:sp>
          <p:nvSpPr>
            <p:cNvPr id="8" name="Rectangle 7"/>
            <p:cNvSpPr/>
            <p:nvPr userDrawn="1"/>
          </p:nvSpPr>
          <p:spPr>
            <a:xfrm>
              <a:off x="2685094" y="1285875"/>
              <a:ext cx="6478155" cy="55721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893" y="0"/>
              <a:ext cx="9133010" cy="6867234"/>
            </a:xfrm>
            <a:prstGeom prst="rect">
              <a:avLst/>
            </a:prstGeom>
          </p:spPr>
        </p:pic>
      </p:grp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276" y="636924"/>
            <a:ext cx="2972980" cy="548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3782145"/>
      </p:ext>
    </p:extLst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Tx/>
        <a:buNone/>
        <a:defRPr sz="1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48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276" y="636924"/>
            <a:ext cx="2972980" cy="548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87819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Tx/>
        <a:buNone/>
        <a:defRPr sz="1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48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 txBox="1">
            <a:spLocks/>
          </p:cNvSpPr>
          <p:nvPr userDrawn="1"/>
        </p:nvSpPr>
        <p:spPr>
          <a:xfrm>
            <a:off x="8337755" y="6414408"/>
            <a:ext cx="3016045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Page</a:t>
            </a:r>
            <a:r>
              <a:rPr lang="en-US" sz="900" baseline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footer text  </a:t>
            </a:r>
            <a:r>
              <a:rPr lang="en-US" sz="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|  </a:t>
            </a:r>
            <a:fld id="{11B427C5-C2E3-4C10-899D-ACC0DA09E6A6}" type="slidenum">
              <a:rPr lang="en-US" sz="9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492" y="6435673"/>
            <a:ext cx="1371600" cy="253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946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21" r:id="rId2"/>
    <p:sldLayoutId id="2147483712" r:id="rId3"/>
    <p:sldLayoutId id="2147483713" r:id="rId4"/>
    <p:sldLayoutId id="2147483714" r:id="rId5"/>
    <p:sldLayoutId id="2147483722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Tx/>
        <a:buNone/>
        <a:defRPr sz="1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36" userDrawn="1">
          <p15:clr>
            <a:srgbClr val="F26B43"/>
          </p15:clr>
        </p15:guide>
        <p15:guide id="2" orient="horz" pos="456" userDrawn="1">
          <p15:clr>
            <a:srgbClr val="F26B43"/>
          </p15:clr>
        </p15:guide>
        <p15:guide id="3" pos="7344" userDrawn="1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6712" y="3168091"/>
            <a:ext cx="2972980" cy="548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3129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Tx/>
        <a:buNone/>
        <a:defRPr sz="1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 userDrawn="1">
          <p15:clr>
            <a:srgbClr val="F26B43"/>
          </p15:clr>
        </p15:guide>
        <p15:guide id="2" orient="horz" pos="21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3185" y="0"/>
            <a:ext cx="5736165" cy="6857999"/>
          </a:xfrm>
          <a:prstGeom prst="rect">
            <a:avLst/>
          </a:prstGeom>
        </p:spPr>
      </p:pic>
      <p:sp>
        <p:nvSpPr>
          <p:cNvPr id="11" name="Title 8"/>
          <p:cNvSpPr>
            <a:spLocks noGrp="1"/>
          </p:cNvSpPr>
          <p:nvPr>
            <p:ph type="title"/>
          </p:nvPr>
        </p:nvSpPr>
        <p:spPr>
          <a:xfrm>
            <a:off x="562763" y="2840945"/>
            <a:ext cx="4798688" cy="600754"/>
          </a:xfrm>
        </p:spPr>
        <p:txBody>
          <a:bodyPr/>
          <a:lstStyle/>
          <a:p>
            <a:r>
              <a:rPr lang="en-US" b="1" dirty="0"/>
              <a:t>QER 12271</a:t>
            </a:r>
            <a:endParaRPr lang="en-US" dirty="0">
              <a:effectLst/>
            </a:endParaRPr>
          </a:p>
        </p:txBody>
      </p:sp>
      <p:sp>
        <p:nvSpPr>
          <p:cNvPr id="15" name="Text Placeholder 9"/>
          <p:cNvSpPr>
            <a:spLocks noGrp="1"/>
          </p:cNvSpPr>
          <p:nvPr>
            <p:ph type="body" sz="quarter" idx="10"/>
          </p:nvPr>
        </p:nvSpPr>
        <p:spPr>
          <a:xfrm>
            <a:off x="562764" y="3429000"/>
            <a:ext cx="7666836" cy="384717"/>
          </a:xfrm>
        </p:spPr>
        <p:txBody>
          <a:bodyPr/>
          <a:lstStyle/>
          <a:p>
            <a:pPr algn="l" fontAlgn="t"/>
            <a:r>
              <a:rPr lang="en-US" sz="16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QER: POST–SALT 25KM FLGL SF301676C002.01+03- Zeta wires unlocking</a:t>
            </a:r>
            <a:br>
              <a:rPr lang="en-US" sz="16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02232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8688456"/>
              </p:ext>
            </p:extLst>
          </p:nvPr>
        </p:nvGraphicFramePr>
        <p:xfrm>
          <a:off x="947851" y="1128750"/>
          <a:ext cx="10203366" cy="49263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016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016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84741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2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latinLnBrk="0" hangingPunct="1"/>
                      <a:r>
                        <a:rPr lang="en-US" sz="2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Item</a:t>
                      </a:r>
                    </a:p>
                    <a:p>
                      <a:pPr marL="0" algn="ctr" defTabSz="914400" rtl="0" eaLnBrk="1" latinLnBrk="0" hangingPunct="1"/>
                      <a:endParaRPr lang="en-US" sz="2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Traceability / identification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4161">
                <a:tc>
                  <a:txBody>
                    <a:bodyPr/>
                    <a:lstStyle/>
                    <a:p>
                      <a:r>
                        <a:rPr lang="en-US" sz="2000" b="1" dirty="0"/>
                        <a:t>Project number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SF301676C002</a:t>
                      </a:r>
                      <a:endParaRPr 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4161">
                <a:tc>
                  <a:txBody>
                    <a:bodyPr/>
                    <a:lstStyle/>
                    <a:p>
                      <a:r>
                        <a:rPr lang="en-US" sz="2000" b="1" dirty="0"/>
                        <a:t>Project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POST–SALT 25KM FLGL</a:t>
                      </a:r>
                      <a:endParaRPr 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1934">
                <a:tc>
                  <a:txBody>
                    <a:bodyPr/>
                    <a:lstStyle/>
                    <a:p>
                      <a:r>
                        <a:rPr lang="en-US" sz="2000" b="1" dirty="0"/>
                        <a:t>Pipe section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SF301676C002.01+03</a:t>
                      </a:r>
                      <a:endParaRPr 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4161">
                <a:tc>
                  <a:txBody>
                    <a:bodyPr/>
                    <a:lstStyle/>
                    <a:p>
                      <a:r>
                        <a:rPr lang="en-US" sz="2000" b="1" dirty="0"/>
                        <a:t>ST number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ST10151958</a:t>
                      </a:r>
                      <a:endParaRPr 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4161">
                <a:tc>
                  <a:txBody>
                    <a:bodyPr/>
                    <a:lstStyle/>
                    <a:p>
                      <a:r>
                        <a:rPr lang="en-US" sz="2000" b="1" dirty="0"/>
                        <a:t>Affected layer / equipment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effectLst/>
                          <a:latin typeface="+mj-lt"/>
                        </a:rPr>
                        <a:t>Zeta Spiraling</a:t>
                      </a:r>
                      <a:endParaRPr lang="en-GB" sz="2000" b="0" dirty="0">
                        <a:effectLst/>
                        <a:latin typeface="+mj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7014">
                <a:tc>
                  <a:txBody>
                    <a:bodyPr/>
                    <a:lstStyle/>
                    <a:p>
                      <a:r>
                        <a:rPr lang="en-US" sz="2000" b="1" dirty="0"/>
                        <a:t>Length</a:t>
                      </a:r>
                      <a:r>
                        <a:rPr lang="en-US" sz="2000" b="1" baseline="0" dirty="0"/>
                        <a:t> affected</a:t>
                      </a:r>
                      <a:endParaRPr lang="en-US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911.8m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56031">
                <a:tc>
                  <a:txBody>
                    <a:bodyPr/>
                    <a:lstStyle/>
                    <a:p>
                      <a:r>
                        <a:rPr lang="en-US" sz="2000" b="1" dirty="0"/>
                        <a:t>Drawing number / MP code / STA / Dimension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Zeta wire 6.2 FI09 (MP 205)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itle 7">
            <a:extLst>
              <a:ext uri="{FF2B5EF4-FFF2-40B4-BE49-F238E27FC236}">
                <a16:creationId xmlns:a16="http://schemas.microsoft.com/office/drawing/2014/main" id="{57EDE61D-85BE-47FE-ADE9-7C624E892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9140"/>
            <a:ext cx="12192000" cy="901815"/>
          </a:xfrm>
          <a:solidFill>
            <a:schemeClr val="accent1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rgbClr val="08080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Pipe section / Details</a:t>
            </a:r>
          </a:p>
        </p:txBody>
      </p:sp>
    </p:spTree>
    <p:extLst>
      <p:ext uri="{BB962C8B-B14F-4D97-AF65-F5344CB8AC3E}">
        <p14:creationId xmlns:p14="http://schemas.microsoft.com/office/powerpoint/2010/main" val="8718674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551A6E4E-D3A8-4EC1-BE53-9DF27CD3E17D}"/>
              </a:ext>
            </a:extLst>
          </p:cNvPr>
          <p:cNvSpPr txBox="1"/>
          <p:nvPr/>
        </p:nvSpPr>
        <p:spPr>
          <a:xfrm>
            <a:off x="356839" y="1107603"/>
            <a:ext cx="11608419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u="sng" dirty="0">
                <a:solidFill>
                  <a:srgbClr val="08080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Problem Description :-</a:t>
            </a:r>
          </a:p>
          <a:p>
            <a:r>
              <a:rPr lang="en-US" sz="14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During the zeta spiraling of POST–SALT 25KM FLGL SF301676C002.01+03 (ST10151958), zeta wire unlocked was detected at length 911.8m on the pipe.</a:t>
            </a:r>
          </a:p>
          <a:p>
            <a:br>
              <a:rPr lang="en-US" sz="1400" dirty="0"/>
            </a:br>
            <a:endParaRPr lang="en-US" sz="1200" b="1" u="sng" dirty="0">
              <a:solidFill>
                <a:srgbClr val="22222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Open Sans" panose="020B0606030504020204" pitchFamily="34" charset="0"/>
            </a:endParaRPr>
          </a:p>
          <a:p>
            <a:r>
              <a:rPr lang="en-US" sz="2000" b="1" u="sng" dirty="0">
                <a:solidFill>
                  <a:srgbClr val="08080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Root Cause :- </a:t>
            </a:r>
          </a:p>
          <a:p>
            <a:pPr>
              <a:lnSpc>
                <a:spcPct val="150000"/>
              </a:lnSpc>
            </a:pPr>
            <a:r>
              <a:rPr lang="en-US" sz="14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The root cause was due to wires entangled in bobbin #05 during running causing wire damage and wire unlock at laying point.</a:t>
            </a:r>
          </a:p>
          <a:p>
            <a:pPr>
              <a:lnSpc>
                <a:spcPct val="150000"/>
              </a:lnSpc>
            </a:pPr>
            <a:endParaRPr lang="en-US" sz="1400" u="sng" dirty="0">
              <a:solidFill>
                <a:srgbClr val="222222"/>
              </a:solidFill>
              <a:latin typeface="Open Sans" panose="020B0606030504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000" b="1" u="sng" dirty="0">
                <a:solidFill>
                  <a:srgbClr val="08080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Problem Handling</a:t>
            </a:r>
            <a:r>
              <a:rPr lang="en-US" sz="2000" dirty="0">
                <a:solidFill>
                  <a:srgbClr val="08080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:-</a:t>
            </a:r>
            <a:endParaRPr lang="en-US" sz="2000" b="0" i="0" u="none" strike="noStrike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algn="l" fontAlgn="t"/>
            <a:r>
              <a:rPr lang="en-US" sz="14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Reparation by un-spiral has been performed to re-position the wires to be in a good spiral. Thus, this reparation was accepted as it is and the dimensional after the repair is within the criteria.</a:t>
            </a:r>
            <a:endParaRPr lang="en-US" sz="1400" dirty="0">
              <a:solidFill>
                <a:srgbClr val="222222"/>
              </a:solidFill>
              <a:latin typeface="Open Sans" panose="020B0606030504020204" pitchFamily="34" charset="0"/>
            </a:endParaRPr>
          </a:p>
        </p:txBody>
      </p:sp>
      <p:sp>
        <p:nvSpPr>
          <p:cNvPr id="6" name="Title 7">
            <a:extLst>
              <a:ext uri="{FF2B5EF4-FFF2-40B4-BE49-F238E27FC236}">
                <a16:creationId xmlns:a16="http://schemas.microsoft.com/office/drawing/2014/main" id="{5A1AA70D-F46C-4B5F-A682-101CB5606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9140"/>
            <a:ext cx="12192000" cy="901815"/>
          </a:xfrm>
          <a:solidFill>
            <a:schemeClr val="accent1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rgbClr val="08080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Overview of anomaly </a:t>
            </a:r>
          </a:p>
        </p:txBody>
      </p:sp>
    </p:spTree>
    <p:extLst>
      <p:ext uri="{BB962C8B-B14F-4D97-AF65-F5344CB8AC3E}">
        <p14:creationId xmlns:p14="http://schemas.microsoft.com/office/powerpoint/2010/main" val="41579181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339F2657-C04B-4DCE-81CE-1281CB748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9140"/>
            <a:ext cx="12192000" cy="901815"/>
          </a:xfrm>
          <a:solidFill>
            <a:schemeClr val="accent1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sz="4400" b="1" dirty="0">
                <a:solidFill>
                  <a:srgbClr val="08080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DEFECT PHOTO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8812327-636C-4753-8680-A8898364D124}"/>
              </a:ext>
            </a:extLst>
          </p:cNvPr>
          <p:cNvSpPr txBox="1"/>
          <p:nvPr/>
        </p:nvSpPr>
        <p:spPr>
          <a:xfrm>
            <a:off x="747143" y="5928445"/>
            <a:ext cx="107163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Figure 1 </a:t>
            </a:r>
            <a:r>
              <a:rPr lang="en-US" sz="1400" dirty="0"/>
              <a:t>: </a:t>
            </a:r>
            <a:r>
              <a:rPr lang="en-US" sz="14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 Zeta wire unlocked was detected at length 911.8m on the pipe.</a:t>
            </a:r>
          </a:p>
        </p:txBody>
      </p:sp>
      <p:pic>
        <p:nvPicPr>
          <p:cNvPr id="3" name="Picture 2" descr="A close-up of a machine&#10;&#10;Description automatically generated">
            <a:extLst>
              <a:ext uri="{FF2B5EF4-FFF2-40B4-BE49-F238E27FC236}">
                <a16:creationId xmlns:a16="http://schemas.microsoft.com/office/drawing/2014/main" id="{7CD071EF-F1C2-5D02-EB92-7C3B4AD8A5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4021" y="1103970"/>
            <a:ext cx="6096000" cy="45720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84358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339F2657-C04B-4DCE-81CE-1281CB748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3389"/>
            <a:ext cx="12192000" cy="901815"/>
          </a:xfrm>
          <a:solidFill>
            <a:schemeClr val="accent1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sz="4400" b="1" dirty="0">
                <a:solidFill>
                  <a:srgbClr val="08080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PHOTO AFTER REPAIRED</a:t>
            </a:r>
            <a:endParaRPr lang="en-US" sz="4400" dirty="0">
              <a:solidFill>
                <a:srgbClr val="080808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8812327-636C-4753-8680-A8898364D124}"/>
              </a:ext>
            </a:extLst>
          </p:cNvPr>
          <p:cNvSpPr txBox="1"/>
          <p:nvPr/>
        </p:nvSpPr>
        <p:spPr>
          <a:xfrm>
            <a:off x="742141" y="5828078"/>
            <a:ext cx="106321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t"/>
            <a:r>
              <a:rPr lang="en-US" sz="1400" b="1" dirty="0"/>
              <a:t>Figure 2 </a:t>
            </a:r>
            <a:r>
              <a:rPr lang="en-US" sz="1400" dirty="0"/>
              <a:t>: </a:t>
            </a:r>
            <a:r>
              <a:rPr lang="en-US" sz="14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Reparation by un-spiral has been performed to re-position the wires to be in a good spiral. Thus, this reparation was accepted as it is and the dimensional after the repair is within the criteria.</a:t>
            </a:r>
          </a:p>
        </p:txBody>
      </p:sp>
      <p:pic>
        <p:nvPicPr>
          <p:cNvPr id="3" name="Picture 2" descr="A close up of a machine&#10;&#10;Description automatically generated">
            <a:extLst>
              <a:ext uri="{FF2B5EF4-FFF2-40B4-BE49-F238E27FC236}">
                <a16:creationId xmlns:a16="http://schemas.microsoft.com/office/drawing/2014/main" id="{96517B6B-B0E0-33A1-CAE9-D0F7026CFC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137057" y="414331"/>
            <a:ext cx="4571215" cy="59436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Picture 5" descr="A close-up of a machine&#10;&#10;Description automatically generated">
            <a:extLst>
              <a:ext uri="{FF2B5EF4-FFF2-40B4-BE49-F238E27FC236}">
                <a16:creationId xmlns:a16="http://schemas.microsoft.com/office/drawing/2014/main" id="{E62D1379-3121-447A-6D70-01BEAD5C08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6541881" y="1111671"/>
            <a:ext cx="5143500" cy="457121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0945C20-ADC8-6519-0588-22657127EF8B}"/>
              </a:ext>
            </a:extLst>
          </p:cNvPr>
          <p:cNvSpPr txBox="1"/>
          <p:nvPr/>
        </p:nvSpPr>
        <p:spPr>
          <a:xfrm>
            <a:off x="1683835" y="1477708"/>
            <a:ext cx="3088888" cy="64633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rgbClr val="080808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80808"/>
                </a:solidFill>
              </a:rPr>
              <a:t>Condition of pressure sheath after complete un-spiral</a:t>
            </a:r>
          </a:p>
        </p:txBody>
      </p:sp>
    </p:spTree>
    <p:extLst>
      <p:ext uri="{BB962C8B-B14F-4D97-AF65-F5344CB8AC3E}">
        <p14:creationId xmlns:p14="http://schemas.microsoft.com/office/powerpoint/2010/main" val="16543756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5834" y="0"/>
            <a:ext cx="5736166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1809" y="2794000"/>
            <a:ext cx="4958291" cy="1079500"/>
          </a:xfrm>
        </p:spPr>
        <p:txBody>
          <a:bodyPr/>
          <a:lstStyle/>
          <a:p>
            <a:pPr algn="ctr"/>
            <a:br>
              <a:rPr lang="en-US" sz="4800" b="1" dirty="0"/>
            </a:br>
            <a:r>
              <a:rPr lang="en-US" sz="48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886797236"/>
      </p:ext>
    </p:extLst>
  </p:cSld>
  <p:clrMapOvr>
    <a:masterClrMapping/>
  </p:clrMapOvr>
</p:sld>
</file>

<file path=ppt/theme/theme1.xml><?xml version="1.0" encoding="utf-8"?>
<a:theme xmlns:a="http://schemas.openxmlformats.org/drawingml/2006/main" name="Text">
  <a:themeElements>
    <a:clrScheme name="Custom 2">
      <a:dk1>
        <a:srgbClr val="53565A"/>
      </a:dk1>
      <a:lt1>
        <a:sysClr val="window" lastClr="FFFFFF"/>
      </a:lt1>
      <a:dk2>
        <a:srgbClr val="512D6D"/>
      </a:dk2>
      <a:lt2>
        <a:srgbClr val="E7E6E6"/>
      </a:lt2>
      <a:accent1>
        <a:srgbClr val="00A3E0"/>
      </a:accent1>
      <a:accent2>
        <a:srgbClr val="CB2C30"/>
      </a:accent2>
      <a:accent3>
        <a:srgbClr val="757B78"/>
      </a:accent3>
      <a:accent4>
        <a:srgbClr val="A7A8AA"/>
      </a:accent4>
      <a:accent5>
        <a:srgbClr val="FFCD00"/>
      </a:accent5>
      <a:accent6>
        <a:srgbClr val="3A913F"/>
      </a:accent6>
      <a:hlink>
        <a:srgbClr val="EA7500"/>
      </a:hlink>
      <a:folHlink>
        <a:srgbClr val="3A913F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16 9.pptx" id="{C8DDFE6D-F6EB-44FF-9536-D1CDCC38BC26}" vid="{72A50781-4C99-4C03-83CD-FA397A9A26E8}"/>
    </a:ext>
  </a:extLst>
</a:theme>
</file>

<file path=ppt/theme/theme2.xml><?xml version="1.0" encoding="utf-8"?>
<a:theme xmlns:a="http://schemas.openxmlformats.org/drawingml/2006/main" name="Cover ">
  <a:themeElements>
    <a:clrScheme name="Custom 1">
      <a:dk1>
        <a:srgbClr val="53565A"/>
      </a:dk1>
      <a:lt1>
        <a:sysClr val="window" lastClr="FFFFFF"/>
      </a:lt1>
      <a:dk2>
        <a:srgbClr val="512D6D"/>
      </a:dk2>
      <a:lt2>
        <a:srgbClr val="E7E6E6"/>
      </a:lt2>
      <a:accent1>
        <a:srgbClr val="00A3E0"/>
      </a:accent1>
      <a:accent2>
        <a:srgbClr val="CB2C30"/>
      </a:accent2>
      <a:accent3>
        <a:srgbClr val="757B78"/>
      </a:accent3>
      <a:accent4>
        <a:srgbClr val="A7A8AA"/>
      </a:accent4>
      <a:accent5>
        <a:srgbClr val="D0D0CE"/>
      </a:accent5>
      <a:accent6>
        <a:srgbClr val="FFCD00"/>
      </a:accent6>
      <a:hlink>
        <a:srgbClr val="EA7500"/>
      </a:hlink>
      <a:folHlink>
        <a:srgbClr val="3A913F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16 9.pptx" id="{C8DDFE6D-F6EB-44FF-9536-D1CDCC38BC26}" vid="{264E4DFC-9410-47E4-9B7F-A5442DBCB59B}"/>
    </a:ext>
  </a:extLst>
</a:theme>
</file>

<file path=ppt/theme/theme3.xml><?xml version="1.0" encoding="utf-8"?>
<a:theme xmlns:a="http://schemas.openxmlformats.org/drawingml/2006/main" name="Cover and Photo">
  <a:themeElements>
    <a:clrScheme name="Custom 1">
      <a:dk1>
        <a:srgbClr val="53565A"/>
      </a:dk1>
      <a:lt1>
        <a:sysClr val="window" lastClr="FFFFFF"/>
      </a:lt1>
      <a:dk2>
        <a:srgbClr val="512D6D"/>
      </a:dk2>
      <a:lt2>
        <a:srgbClr val="E7E6E6"/>
      </a:lt2>
      <a:accent1>
        <a:srgbClr val="00A3E0"/>
      </a:accent1>
      <a:accent2>
        <a:srgbClr val="CB2C30"/>
      </a:accent2>
      <a:accent3>
        <a:srgbClr val="757B78"/>
      </a:accent3>
      <a:accent4>
        <a:srgbClr val="A7A8AA"/>
      </a:accent4>
      <a:accent5>
        <a:srgbClr val="D0D0CE"/>
      </a:accent5>
      <a:accent6>
        <a:srgbClr val="FFCD00"/>
      </a:accent6>
      <a:hlink>
        <a:srgbClr val="EA7500"/>
      </a:hlink>
      <a:folHlink>
        <a:srgbClr val="3A913F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16 9.pptx" id="{C8DDFE6D-F6EB-44FF-9536-D1CDCC38BC26}" vid="{9AFBA3D3-A0A6-4536-B45E-40FDC3D467A0}"/>
    </a:ext>
  </a:extLst>
</a:theme>
</file>

<file path=ppt/theme/theme4.xml><?xml version="1.0" encoding="utf-8"?>
<a:theme xmlns:a="http://schemas.openxmlformats.org/drawingml/2006/main" name="Agenda and Section">
  <a:themeElements>
    <a:clrScheme name="Custom 2">
      <a:dk1>
        <a:srgbClr val="53565A"/>
      </a:dk1>
      <a:lt1>
        <a:sysClr val="window" lastClr="FFFFFF"/>
      </a:lt1>
      <a:dk2>
        <a:srgbClr val="512D6D"/>
      </a:dk2>
      <a:lt2>
        <a:srgbClr val="E7E6E6"/>
      </a:lt2>
      <a:accent1>
        <a:srgbClr val="00A3E0"/>
      </a:accent1>
      <a:accent2>
        <a:srgbClr val="CB2C30"/>
      </a:accent2>
      <a:accent3>
        <a:srgbClr val="757B78"/>
      </a:accent3>
      <a:accent4>
        <a:srgbClr val="A7A8AA"/>
      </a:accent4>
      <a:accent5>
        <a:srgbClr val="FFCD00"/>
      </a:accent5>
      <a:accent6>
        <a:srgbClr val="3A913F"/>
      </a:accent6>
      <a:hlink>
        <a:srgbClr val="EA7500"/>
      </a:hlink>
      <a:folHlink>
        <a:srgbClr val="3A913F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16 9.pptx" id="{C8DDFE6D-F6EB-44FF-9536-D1CDCC38BC26}" vid="{EB1971BE-F4B0-49A0-9372-405B1B105A4E}"/>
    </a:ext>
  </a:extLst>
</a:theme>
</file>

<file path=ppt/theme/theme5.xml><?xml version="1.0" encoding="utf-8"?>
<a:theme xmlns:a="http://schemas.openxmlformats.org/drawingml/2006/main" name="Closing Slide Master">
  <a:themeElements>
    <a:clrScheme name="Custom 1">
      <a:dk1>
        <a:srgbClr val="53565A"/>
      </a:dk1>
      <a:lt1>
        <a:sysClr val="window" lastClr="FFFFFF"/>
      </a:lt1>
      <a:dk2>
        <a:srgbClr val="512D6D"/>
      </a:dk2>
      <a:lt2>
        <a:srgbClr val="E7E6E6"/>
      </a:lt2>
      <a:accent1>
        <a:srgbClr val="00A3E0"/>
      </a:accent1>
      <a:accent2>
        <a:srgbClr val="CB2C30"/>
      </a:accent2>
      <a:accent3>
        <a:srgbClr val="757B78"/>
      </a:accent3>
      <a:accent4>
        <a:srgbClr val="A7A8AA"/>
      </a:accent4>
      <a:accent5>
        <a:srgbClr val="D0D0CE"/>
      </a:accent5>
      <a:accent6>
        <a:srgbClr val="FFCD00"/>
      </a:accent6>
      <a:hlink>
        <a:srgbClr val="EA7500"/>
      </a:hlink>
      <a:folHlink>
        <a:srgbClr val="3A913F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16 9.pptx" id="{C8DDFE6D-F6EB-44FF-9536-D1CDCC38BC26}" vid="{1A4948F9-4CBF-4DD8-A123-ADDEB5543F6D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235</Words>
  <Application>Microsoft Office PowerPoint</Application>
  <PresentationFormat>Widescreen</PresentationFormat>
  <Paragraphs>35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Arial</vt:lpstr>
      <vt:lpstr>Calibri</vt:lpstr>
      <vt:lpstr>Open Sans</vt:lpstr>
      <vt:lpstr>Webdings</vt:lpstr>
      <vt:lpstr>Text</vt:lpstr>
      <vt:lpstr>Cover </vt:lpstr>
      <vt:lpstr>Cover and Photo</vt:lpstr>
      <vt:lpstr>Agenda and Section</vt:lpstr>
      <vt:lpstr>Closing Slide Master</vt:lpstr>
      <vt:lpstr>QER 12271</vt:lpstr>
      <vt:lpstr>Pipe section / Details</vt:lpstr>
      <vt:lpstr>Overview of anomaly </vt:lpstr>
      <vt:lpstr>DEFECT PHOTO</vt:lpstr>
      <vt:lpstr>PHOTO AFTER REPAIRED</vt:lpstr>
      <vt:lpstr> 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Cover title (32pt)</dc:title>
  <dc:creator>Sandy Enoch</dc:creator>
  <cp:lastModifiedBy>MuhammadAiman Mahzan</cp:lastModifiedBy>
  <cp:revision>596</cp:revision>
  <dcterms:created xsi:type="dcterms:W3CDTF">2017-01-06T20:47:07Z</dcterms:created>
  <dcterms:modified xsi:type="dcterms:W3CDTF">2025-02-25T00:54:43Z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998a045-e53d-4dce-a8d7-f41d40d412ce_Enabled">
    <vt:lpwstr>True</vt:lpwstr>
  </property>
  <property fmtid="{D5CDD505-2E9C-101B-9397-08002B2CF9AE}" pid="3" name="MSIP_Label_c998a045-e53d-4dce-a8d7-f41d40d412ce_SiteId">
    <vt:lpwstr>0804c951-93a0-405d-80e4-fa87c7551d6a</vt:lpwstr>
  </property>
  <property fmtid="{D5CDD505-2E9C-101B-9397-08002B2CF9AE}" pid="4" name="MSIP_Label_c998a045-e53d-4dce-a8d7-f41d40d412ce_Owner">
    <vt:lpwstr>muhamadrazif.abdullah@technipfmc.com</vt:lpwstr>
  </property>
  <property fmtid="{D5CDD505-2E9C-101B-9397-08002B2CF9AE}" pid="5" name="MSIP_Label_c998a045-e53d-4dce-a8d7-f41d40d412ce_SetDate">
    <vt:lpwstr>2021-06-17T02:46:57.0083478Z</vt:lpwstr>
  </property>
  <property fmtid="{D5CDD505-2E9C-101B-9397-08002B2CF9AE}" pid="6" name="MSIP_Label_c998a045-e53d-4dce-a8d7-f41d40d412ce_Name">
    <vt:lpwstr>General</vt:lpwstr>
  </property>
  <property fmtid="{D5CDD505-2E9C-101B-9397-08002B2CF9AE}" pid="7" name="MSIP_Label_c998a045-e53d-4dce-a8d7-f41d40d412ce_Application">
    <vt:lpwstr>Microsoft Azure Information Protection</vt:lpwstr>
  </property>
  <property fmtid="{D5CDD505-2E9C-101B-9397-08002B2CF9AE}" pid="8" name="MSIP_Label_c998a045-e53d-4dce-a8d7-f41d40d412ce_Extended_MSFT_Method">
    <vt:lpwstr>Automatic</vt:lpwstr>
  </property>
  <property fmtid="{D5CDD505-2E9C-101B-9397-08002B2CF9AE}" pid="9" name="MSIP_Label_3b48b937-0ae3-46f5-b32e-f3232b5be847_Enabled">
    <vt:lpwstr>True</vt:lpwstr>
  </property>
  <property fmtid="{D5CDD505-2E9C-101B-9397-08002B2CF9AE}" pid="10" name="MSIP_Label_3b48b937-0ae3-46f5-b32e-f3232b5be847_SiteId">
    <vt:lpwstr>9179d01a-e94c-4488-b5f0-4554bc474f8c</vt:lpwstr>
  </property>
  <property fmtid="{D5CDD505-2E9C-101B-9397-08002B2CF9AE}" pid="11" name="MSIP_Label_3b48b937-0ae3-46f5-b32e-f3232b5be847_Owner">
    <vt:lpwstr>muizuddin.mohdnoh@technipfmc.com</vt:lpwstr>
  </property>
  <property fmtid="{D5CDD505-2E9C-101B-9397-08002B2CF9AE}" pid="12" name="MSIP_Label_3b48b937-0ae3-46f5-b32e-f3232b5be847_SetDate">
    <vt:lpwstr>2019-07-26T17:37:22.3670000Z</vt:lpwstr>
  </property>
  <property fmtid="{D5CDD505-2E9C-101B-9397-08002B2CF9AE}" pid="13" name="MSIP_Label_3b48b937-0ae3-46f5-b32e-f3232b5be847_Name">
    <vt:lpwstr>General</vt:lpwstr>
  </property>
  <property fmtid="{D5CDD505-2E9C-101B-9397-08002B2CF9AE}" pid="14" name="MSIP_Label_3b48b937-0ae3-46f5-b32e-f3232b5be847_Application">
    <vt:lpwstr>Microsoft Azure Information Protection</vt:lpwstr>
  </property>
  <property fmtid="{D5CDD505-2E9C-101B-9397-08002B2CF9AE}" pid="15" name="MSIP_Label_3b48b937-0ae3-46f5-b32e-f3232b5be847_Extended_MSFT_Method">
    <vt:lpwstr>Automatic</vt:lpwstr>
  </property>
  <property fmtid="{D5CDD505-2E9C-101B-9397-08002B2CF9AE}" pid="16" name="MSIP_Label_8caabacf-b917-4a45-9a5f-ed3a53d2eeb7_Enabled">
    <vt:lpwstr>true</vt:lpwstr>
  </property>
  <property fmtid="{D5CDD505-2E9C-101B-9397-08002B2CF9AE}" pid="17" name="MSIP_Label_8caabacf-b917-4a45-9a5f-ed3a53d2eeb7_SetDate">
    <vt:lpwstr>2021-12-20T23:04:29Z</vt:lpwstr>
  </property>
  <property fmtid="{D5CDD505-2E9C-101B-9397-08002B2CF9AE}" pid="18" name="MSIP_Label_8caabacf-b917-4a45-9a5f-ed3a53d2eeb7_Method">
    <vt:lpwstr>Standard</vt:lpwstr>
  </property>
  <property fmtid="{D5CDD505-2E9C-101B-9397-08002B2CF9AE}" pid="19" name="MSIP_Label_8caabacf-b917-4a45-9a5f-ed3a53d2eeb7_Name">
    <vt:lpwstr>Anyone - No Protection</vt:lpwstr>
  </property>
  <property fmtid="{D5CDD505-2E9C-101B-9397-08002B2CF9AE}" pid="20" name="MSIP_Label_8caabacf-b917-4a45-9a5f-ed3a53d2eeb7_SiteId">
    <vt:lpwstr>0804c951-93a0-405d-80e4-fa87c7551d6a</vt:lpwstr>
  </property>
  <property fmtid="{D5CDD505-2E9C-101B-9397-08002B2CF9AE}" pid="21" name="MSIP_Label_8caabacf-b917-4a45-9a5f-ed3a53d2eeb7_ContentBits">
    <vt:lpwstr>0</vt:lpwstr>
  </property>
</Properties>
</file>