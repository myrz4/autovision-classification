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4.xml" ContentType="application/vnd.openxmlformats-officedocument.theme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7" r:id="rId2"/>
    <p:sldMasterId id="2147483716" r:id="rId3"/>
    <p:sldMasterId id="2147483710" r:id="rId4"/>
    <p:sldMasterId id="2147483723" r:id="rId5"/>
  </p:sldMasterIdLst>
  <p:notesMasterIdLst>
    <p:notesMasterId r:id="rId12"/>
  </p:notesMasterIdLst>
  <p:sldIdLst>
    <p:sldId id="276" r:id="rId6"/>
    <p:sldId id="281" r:id="rId7"/>
    <p:sldId id="282" r:id="rId8"/>
    <p:sldId id="291" r:id="rId9"/>
    <p:sldId id="292" r:id="rId10"/>
    <p:sldId id="279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80808"/>
    <a:srgbClr val="CB2C30"/>
    <a:srgbClr val="494D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704" autoAdjust="0"/>
  </p:normalViewPr>
  <p:slideViewPr>
    <p:cSldViewPr snapToGrid="0">
      <p:cViewPr varScale="1">
        <p:scale>
          <a:sx n="76" d="100"/>
          <a:sy n="76" d="100"/>
        </p:scale>
        <p:origin x="126" y="10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A6BAAD-1FB8-463E-98EC-4A9AB5876F30}" type="datetimeFigureOut">
              <a:rPr lang="en-US" smtClean="0"/>
              <a:t>10-Jul-24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FA596D-E0A5-4850-848A-42B87D1D7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184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54665" y="1632985"/>
            <a:ext cx="11125200" cy="3894138"/>
          </a:xfrm>
          <a:prstGeom prst="rect">
            <a:avLst/>
          </a:prstGeom>
        </p:spPr>
        <p:txBody>
          <a:bodyPr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Subheading (20pt)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10" name="Title Placeholder 2"/>
          <p:cNvSpPr>
            <a:spLocks noGrp="1"/>
          </p:cNvSpPr>
          <p:nvPr>
            <p:ph type="title"/>
          </p:nvPr>
        </p:nvSpPr>
        <p:spPr>
          <a:xfrm>
            <a:off x="533400" y="156654"/>
            <a:ext cx="11125200" cy="915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088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1632985"/>
            <a:ext cx="11125200" cy="2862755"/>
          </a:xfrm>
          <a:prstGeom prst="rect">
            <a:avLst/>
          </a:prstGeom>
        </p:spPr>
        <p:txBody>
          <a:bodyPr numCol="2" spcCol="228600"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Column Text (20pt)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Subheading 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rgbClr val="494D4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533400" y="137263"/>
            <a:ext cx="11125200" cy="9018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16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1632985"/>
            <a:ext cx="11125200" cy="3894138"/>
          </a:xfrm>
          <a:prstGeom prst="rect">
            <a:avLst/>
          </a:prstGeom>
        </p:spPr>
        <p:txBody>
          <a:bodyPr numCol="3" spcCol="228600"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Column Text 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rgbClr val="494D4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Subheading 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Subheading 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rgbClr val="494D4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533400" y="137263"/>
            <a:ext cx="11125200" cy="9018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9923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533400" y="1521169"/>
            <a:ext cx="2866541" cy="277505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4662729" y="1521169"/>
            <a:ext cx="2866541" cy="277505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8792059" y="1525788"/>
            <a:ext cx="2866541" cy="277505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533400" y="4425696"/>
            <a:ext cx="2867025" cy="1708404"/>
          </a:xfrm>
          <a:prstGeom prst="rect">
            <a:avLst/>
          </a:prstGeom>
        </p:spPr>
        <p:txBody>
          <a:bodyPr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4662488" y="4460812"/>
            <a:ext cx="2867025" cy="1708404"/>
          </a:xfrm>
          <a:prstGeom prst="rect">
            <a:avLst/>
          </a:prstGeom>
        </p:spPr>
        <p:txBody>
          <a:bodyPr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8791575" y="4460812"/>
            <a:ext cx="2867025" cy="1708404"/>
          </a:xfrm>
          <a:prstGeom prst="rect">
            <a:avLst/>
          </a:prstGeom>
        </p:spPr>
        <p:txBody>
          <a:bodyPr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533400" y="137263"/>
            <a:ext cx="11125200" cy="9018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5864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8"/>
          <p:cNvSpPr>
            <a:spLocks noGrp="1"/>
          </p:cNvSpPr>
          <p:nvPr>
            <p:ph type="title" hasCustomPrompt="1"/>
          </p:nvPr>
        </p:nvSpPr>
        <p:spPr>
          <a:xfrm>
            <a:off x="658630" y="2231346"/>
            <a:ext cx="5800725" cy="916588"/>
          </a:xfrm>
          <a:prstGeom prst="rect">
            <a:avLst/>
          </a:prstGeom>
        </p:spPr>
        <p:txBody>
          <a:bodyPr/>
          <a:lstStyle>
            <a:lvl1pPr>
              <a:lnSpc>
                <a:spcPts val="3500"/>
              </a:lnSpc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0" hasCustomPrompt="1"/>
          </p:nvPr>
        </p:nvSpPr>
        <p:spPr>
          <a:xfrm>
            <a:off x="658629" y="3498667"/>
            <a:ext cx="5800725" cy="5302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(18pt)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619" y="4432091"/>
            <a:ext cx="2579247" cy="2373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Date (12pt)</a:t>
            </a:r>
          </a:p>
        </p:txBody>
      </p:sp>
    </p:spTree>
    <p:extLst>
      <p:ext uri="{BB962C8B-B14F-4D97-AF65-F5344CB8AC3E}">
        <p14:creationId xmlns:p14="http://schemas.microsoft.com/office/powerpoint/2010/main" val="30040927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0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 userDrawn="1">
            <p:ph type="title"/>
          </p:nvPr>
        </p:nvSpPr>
        <p:spPr>
          <a:xfrm>
            <a:off x="533400" y="354108"/>
            <a:ext cx="11125200" cy="951611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8" name="Picture 7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4078941"/>
            <a:ext cx="2940984" cy="294098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892" y="6588073"/>
            <a:ext cx="1371600" cy="25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0288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 userDrawn="1">
          <p15:clr>
            <a:srgbClr val="FBAE40"/>
          </p15:clr>
        </p15:guide>
        <p15:guide id="2" pos="734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er Gre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8" name="Picture 7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33400" y="1385508"/>
            <a:ext cx="7203558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2704268"/>
            <a:ext cx="7203558" cy="1186976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3821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>
          <p15:clr>
            <a:srgbClr val="FBAE40"/>
          </p15:clr>
        </p15:guide>
        <p15:guide id="2" pos="734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33400" y="1385508"/>
            <a:ext cx="7203558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2704268"/>
            <a:ext cx="7203558" cy="1186976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0866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 userDrawn="1">
          <p15:clr>
            <a:srgbClr val="FBAE40"/>
          </p15:clr>
        </p15:guide>
        <p15:guide id="2" orient="horz" pos="226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33400" y="1385508"/>
            <a:ext cx="7203558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2704268"/>
            <a:ext cx="7203558" cy="1186976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526529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 userDrawn="1">
          <p15:clr>
            <a:srgbClr val="FBAE40"/>
          </p15:clr>
        </p15:guide>
        <p15:guide id="2" orient="horz" pos="226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er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13" name="Picture 12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33400" y="1385508"/>
            <a:ext cx="7203558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2704268"/>
            <a:ext cx="7203558" cy="1186976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34360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 userDrawn="1">
          <p15:clr>
            <a:srgbClr val="FBAE40"/>
          </p15:clr>
        </p15:guide>
        <p15:guide id="2" orient="horz" pos="226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essage Take-awa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88006"/>
            <a:ext cx="7476744" cy="322262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13" name="Picture 12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127828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>
          <p15:clr>
            <a:srgbClr val="FBAE40"/>
          </p15:clr>
        </p15:guide>
        <p15:guide id="2" orient="horz" pos="226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1953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8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8337755" y="6414408"/>
            <a:ext cx="301604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Page</a:t>
            </a:r>
            <a:r>
              <a:rPr lang="en-US" sz="900" baseline="0" dirty="0">
                <a:latin typeface="Arial" panose="020B0604020202020204" pitchFamily="34" charset="0"/>
                <a:cs typeface="Arial" panose="020B0604020202020204" pitchFamily="34" charset="0"/>
              </a:rPr>
              <a:t> footer text  </a:t>
            </a:r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 |  </a:t>
            </a:r>
            <a:fld id="{11B427C5-C2E3-4C10-899D-ACC0DA09E6A6}" type="slidenum">
              <a:rPr lang="en-US" sz="900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492" y="6435673"/>
            <a:ext cx="1371600" cy="25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393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66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28" userDrawn="1">
          <p15:clr>
            <a:srgbClr val="F26B43"/>
          </p15:clr>
        </p15:guide>
        <p15:guide id="2" pos="7152" userDrawn="1">
          <p15:clr>
            <a:srgbClr val="F26B43"/>
          </p15:clr>
        </p15:guide>
        <p15:guide id="3" orient="horz" pos="3864" userDrawn="1">
          <p15:clr>
            <a:srgbClr val="F26B43"/>
          </p15:clr>
        </p15:guide>
        <p15:guide id="4" orient="horz" pos="456" userDrawn="1">
          <p15:clr>
            <a:srgbClr val="F26B43"/>
          </p15:clr>
        </p15:guide>
        <p15:guide id="5" orient="horz" pos="117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>
          <a:xfrm>
            <a:off x="3092476" y="0"/>
            <a:ext cx="9137356" cy="6867234"/>
            <a:chOff x="25893" y="0"/>
            <a:chExt cx="9137356" cy="6867234"/>
          </a:xfrm>
        </p:grpSpPr>
        <p:sp>
          <p:nvSpPr>
            <p:cNvPr id="8" name="Rectangle 7"/>
            <p:cNvSpPr/>
            <p:nvPr userDrawn="1"/>
          </p:nvSpPr>
          <p:spPr>
            <a:xfrm>
              <a:off x="2685094" y="1285875"/>
              <a:ext cx="6478155" cy="55721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893" y="0"/>
              <a:ext cx="9133010" cy="6867234"/>
            </a:xfrm>
            <a:prstGeom prst="rect">
              <a:avLst/>
            </a:prstGeom>
          </p:spPr>
        </p:pic>
      </p:grp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76" y="636924"/>
            <a:ext cx="2972980" cy="54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782145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48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76" y="636924"/>
            <a:ext cx="2972980" cy="54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781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48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 txBox="1">
            <a:spLocks/>
          </p:cNvSpPr>
          <p:nvPr userDrawn="1"/>
        </p:nvSpPr>
        <p:spPr>
          <a:xfrm>
            <a:off x="8337755" y="6414408"/>
            <a:ext cx="301604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</a:t>
            </a:r>
            <a:r>
              <a:rPr lang="en-US" sz="900" baseline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footer text  </a:t>
            </a:r>
            <a:r>
              <a:rPr 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|  </a:t>
            </a:r>
            <a:fld id="{11B427C5-C2E3-4C10-899D-ACC0DA09E6A6}" type="slidenum">
              <a:rPr lang="en-US" sz="9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492" y="6435673"/>
            <a:ext cx="1371600" cy="25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946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21" r:id="rId2"/>
    <p:sldLayoutId id="2147483712" r:id="rId3"/>
    <p:sldLayoutId id="2147483713" r:id="rId4"/>
    <p:sldLayoutId id="2147483714" r:id="rId5"/>
    <p:sldLayoutId id="2147483722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36" userDrawn="1">
          <p15:clr>
            <a:srgbClr val="F26B43"/>
          </p15:clr>
        </p15:guide>
        <p15:guide id="2" orient="horz" pos="456" userDrawn="1">
          <p15:clr>
            <a:srgbClr val="F26B43"/>
          </p15:clr>
        </p15:guide>
        <p15:guide id="3" pos="7344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6712" y="3168091"/>
            <a:ext cx="2972980" cy="54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12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5834" y="0"/>
            <a:ext cx="5736165" cy="6857999"/>
          </a:xfrm>
          <a:prstGeom prst="rect">
            <a:avLst/>
          </a:prstGeom>
        </p:spPr>
      </p:pic>
      <p:sp>
        <p:nvSpPr>
          <p:cNvPr id="11" name="Title 8"/>
          <p:cNvSpPr>
            <a:spLocks noGrp="1"/>
          </p:cNvSpPr>
          <p:nvPr>
            <p:ph type="title"/>
          </p:nvPr>
        </p:nvSpPr>
        <p:spPr>
          <a:xfrm>
            <a:off x="372693" y="2334422"/>
            <a:ext cx="4009237" cy="600754"/>
          </a:xfrm>
        </p:spPr>
        <p:txBody>
          <a:bodyPr/>
          <a:lstStyle/>
          <a:p>
            <a:r>
              <a:rPr lang="en-US" b="1" dirty="0">
                <a:effectLst/>
              </a:rPr>
              <a:t>NCR 10596</a:t>
            </a:r>
          </a:p>
        </p:txBody>
      </p:sp>
      <p:sp>
        <p:nvSpPr>
          <p:cNvPr id="15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372692" y="2935176"/>
            <a:ext cx="11158907" cy="733058"/>
          </a:xfrm>
        </p:spPr>
        <p:txBody>
          <a:bodyPr/>
          <a:lstStyle/>
          <a:p>
            <a:r>
              <a:rPr lang="en-US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QER: Inventory for DRAPS Products SF031900C002.A1 - Zeta wires unlocking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223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"/>
          <p:cNvSpPr>
            <a:spLocks noGrp="1"/>
          </p:cNvSpPr>
          <p:nvPr>
            <p:ph type="title"/>
          </p:nvPr>
        </p:nvSpPr>
        <p:spPr>
          <a:xfrm>
            <a:off x="2578100" y="441325"/>
            <a:ext cx="6159500" cy="409575"/>
          </a:xfrm>
        </p:spPr>
        <p:txBody>
          <a:bodyPr>
            <a:noAutofit/>
          </a:bodyPr>
          <a:lstStyle/>
          <a:p>
            <a:pPr algn="ctr"/>
            <a:r>
              <a:rPr lang="en-US" sz="3600" b="1" noProof="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Pipe section / details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3793592"/>
              </p:ext>
            </p:extLst>
          </p:nvPr>
        </p:nvGraphicFramePr>
        <p:xfrm>
          <a:off x="781050" y="1168401"/>
          <a:ext cx="10179050" cy="4489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9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9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978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Traceability / identification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204">
                <a:tc>
                  <a:txBody>
                    <a:bodyPr/>
                    <a:lstStyle/>
                    <a:p>
                      <a:r>
                        <a:rPr lang="en-US" sz="2000" b="1" dirty="0"/>
                        <a:t>Project 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SF031900C002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8204">
                <a:tc>
                  <a:txBody>
                    <a:bodyPr/>
                    <a:lstStyle/>
                    <a:p>
                      <a:r>
                        <a:rPr lang="en-US" sz="2000" b="1" dirty="0"/>
                        <a:t>Project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DRAPS Products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8204">
                <a:tc>
                  <a:txBody>
                    <a:bodyPr/>
                    <a:lstStyle/>
                    <a:p>
                      <a:r>
                        <a:rPr lang="en-US" sz="2000" b="1" dirty="0"/>
                        <a:t>Pipe section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SF031900C002.A1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8204">
                <a:tc>
                  <a:txBody>
                    <a:bodyPr/>
                    <a:lstStyle/>
                    <a:p>
                      <a:r>
                        <a:rPr lang="en-US" sz="2000" b="1" dirty="0"/>
                        <a:t>ST 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ST076.60615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8204">
                <a:tc>
                  <a:txBody>
                    <a:bodyPr/>
                    <a:lstStyle/>
                    <a:p>
                      <a:r>
                        <a:rPr lang="en-US" sz="2000" b="1" dirty="0"/>
                        <a:t>Affected layer / equipment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Zeta </a:t>
                      </a:r>
                      <a:r>
                        <a:rPr lang="en-US" sz="1800" dirty="0" err="1"/>
                        <a:t>spiralling</a:t>
                      </a:r>
                      <a:endParaRPr 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0339">
                <a:tc>
                  <a:txBody>
                    <a:bodyPr/>
                    <a:lstStyle/>
                    <a:p>
                      <a:r>
                        <a:rPr lang="en-US" sz="2000" b="1" dirty="0"/>
                        <a:t>Length</a:t>
                      </a:r>
                      <a:r>
                        <a:rPr lang="en-US" sz="2000" b="1" baseline="0" dirty="0"/>
                        <a:t> affected</a:t>
                      </a:r>
                      <a:endParaRPr 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1522.5m</a:t>
                      </a:r>
                      <a:endParaRPr 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8204">
                <a:tc>
                  <a:txBody>
                    <a:bodyPr/>
                    <a:lstStyle/>
                    <a:p>
                      <a:r>
                        <a:rPr lang="en-US" sz="2000" b="1" dirty="0"/>
                        <a:t>Drawing number / MP code / STA / Dimension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ZETA 8 FI 52(MP744)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1867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6967" y="884636"/>
            <a:ext cx="11150600" cy="3344698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 Description</a:t>
            </a:r>
            <a:r>
              <a:rPr 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:-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During zeta vault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spiralling</a:t>
            </a:r>
            <a:r>
              <a:rPr lang="en-US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 for DRAPS Products SF031900C002.A1 (ST076.60615), zeta wire unlocked was detected at length 1522.5m on the pipe.</a:t>
            </a:r>
            <a:br>
              <a:rPr lang="en-US" dirty="0"/>
            </a:br>
            <a:br>
              <a:rPr lang="en-US" dirty="0"/>
            </a:br>
            <a:r>
              <a:rPr lang="en-US" b="1" u="sng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Root Cause</a:t>
            </a:r>
            <a:r>
              <a:rPr 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:- </a:t>
            </a:r>
            <a:endParaRPr lang="en-US" dirty="0"/>
          </a:p>
          <a:p>
            <a:r>
              <a:rPr lang="en-US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The root cause is currently under investigation.</a:t>
            </a:r>
          </a:p>
          <a:p>
            <a:endParaRPr lang="en-US" dirty="0">
              <a:solidFill>
                <a:srgbClr val="222222"/>
              </a:solidFill>
              <a:latin typeface="Open Sans" panose="020B0606030504020204" pitchFamily="34" charset="0"/>
            </a:endParaRPr>
          </a:p>
          <a:p>
            <a:endParaRPr lang="en-GB" dirty="0"/>
          </a:p>
          <a:p>
            <a:r>
              <a:rPr lang="en-US" b="1" u="sng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 Handling</a:t>
            </a:r>
            <a:r>
              <a:rPr 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:-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Reparation by un-spiral has been performed to re-position the wires to be in a good spiral. Thus, this reparation was accepted as it is and the dimensional after the repair is within the criteria.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841336" y="205798"/>
            <a:ext cx="6019800" cy="574675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Overview of anomaly</a:t>
            </a:r>
          </a:p>
        </p:txBody>
      </p:sp>
    </p:spTree>
    <p:extLst>
      <p:ext uri="{BB962C8B-B14F-4D97-AF65-F5344CB8AC3E}">
        <p14:creationId xmlns:p14="http://schemas.microsoft.com/office/powerpoint/2010/main" val="2402095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041019" y="179302"/>
            <a:ext cx="10109962" cy="574675"/>
          </a:xfrm>
        </p:spPr>
        <p:txBody>
          <a:bodyPr>
            <a:noAutofit/>
          </a:bodyPr>
          <a:lstStyle/>
          <a:p>
            <a:pPr algn="ctr"/>
            <a:r>
              <a:rPr lang="en-US" sz="2800" b="1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Zeta wire unlock</a:t>
            </a:r>
            <a:endParaRPr lang="en-US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11260" y="5855645"/>
            <a:ext cx="9750440" cy="646331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Figure 1 : </a:t>
            </a:r>
            <a:r>
              <a:rPr lang="en-US" dirty="0">
                <a:solidFill>
                  <a:srgbClr val="222222"/>
                </a:solidFill>
                <a:latin typeface="Open Sans" panose="020B0606030504020204" pitchFamily="34" charset="0"/>
              </a:rPr>
              <a:t>Z</a:t>
            </a:r>
            <a:r>
              <a:rPr lang="en-US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eta wire unlocked was detected at length 1522.5m on the pipe.</a:t>
            </a:r>
            <a:br>
              <a:rPr lang="en-US" dirty="0"/>
            </a:b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59F259-08F9-0307-5470-5E19BE7357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4888" y="753977"/>
            <a:ext cx="6802224" cy="5101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774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041019" y="179302"/>
            <a:ext cx="10109962" cy="574675"/>
          </a:xfrm>
        </p:spPr>
        <p:txBody>
          <a:bodyPr>
            <a:noAutofit/>
          </a:bodyPr>
          <a:lstStyle/>
          <a:p>
            <a:pPr algn="ctr"/>
            <a:r>
              <a:rPr lang="en-US" sz="2800" b="1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After repaired</a:t>
            </a:r>
            <a:endParaRPr lang="en-US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11260" y="5855645"/>
            <a:ext cx="9750440" cy="646331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Figure 2 : </a:t>
            </a:r>
            <a:r>
              <a:rPr lang="en-US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Reparation by un-spiral has been performed to re-position the wires to be in a good spiral.</a:t>
            </a:r>
            <a:endParaRPr lang="en-GB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1E7AC47-6539-906A-6394-B525E5EAB2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615488" y="-1175309"/>
            <a:ext cx="4961023" cy="8819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861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5834" y="0"/>
            <a:ext cx="5736166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1809" y="2794000"/>
            <a:ext cx="4958291" cy="1079500"/>
          </a:xfrm>
        </p:spPr>
        <p:txBody>
          <a:bodyPr/>
          <a:lstStyle/>
          <a:p>
            <a:pPr algn="ctr"/>
            <a:br>
              <a:rPr lang="en-US" sz="4800" b="1" dirty="0"/>
            </a:br>
            <a:r>
              <a:rPr lang="en-US" sz="48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86797236"/>
      </p:ext>
    </p:extLst>
  </p:cSld>
  <p:clrMapOvr>
    <a:masterClrMapping/>
  </p:clrMapOvr>
</p:sld>
</file>

<file path=ppt/theme/theme1.xml><?xml version="1.0" encoding="utf-8"?>
<a:theme xmlns:a="http://schemas.openxmlformats.org/drawingml/2006/main" name="Text">
  <a:themeElements>
    <a:clrScheme name="Custom 2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FFCD00"/>
      </a:accent5>
      <a:accent6>
        <a:srgbClr val="3A913F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72A50781-4C99-4C03-83CD-FA397A9A26E8}"/>
    </a:ext>
  </a:extLst>
</a:theme>
</file>

<file path=ppt/theme/theme2.xml><?xml version="1.0" encoding="utf-8"?>
<a:theme xmlns:a="http://schemas.openxmlformats.org/drawingml/2006/main" name="Cover ">
  <a:themeElements>
    <a:clrScheme name="Custom 1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D0D0CE"/>
      </a:accent5>
      <a:accent6>
        <a:srgbClr val="FFCD00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264E4DFC-9410-47E4-9B7F-A5442DBCB59B}"/>
    </a:ext>
  </a:extLst>
</a:theme>
</file>

<file path=ppt/theme/theme3.xml><?xml version="1.0" encoding="utf-8"?>
<a:theme xmlns:a="http://schemas.openxmlformats.org/drawingml/2006/main" name="Cover and Photo">
  <a:themeElements>
    <a:clrScheme name="Custom 1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D0D0CE"/>
      </a:accent5>
      <a:accent6>
        <a:srgbClr val="FFCD00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9AFBA3D3-A0A6-4536-B45E-40FDC3D467A0}"/>
    </a:ext>
  </a:extLst>
</a:theme>
</file>

<file path=ppt/theme/theme4.xml><?xml version="1.0" encoding="utf-8"?>
<a:theme xmlns:a="http://schemas.openxmlformats.org/drawingml/2006/main" name="Agenda and Section">
  <a:themeElements>
    <a:clrScheme name="Custom 2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FFCD00"/>
      </a:accent5>
      <a:accent6>
        <a:srgbClr val="3A913F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EB1971BE-F4B0-49A0-9372-405B1B105A4E}"/>
    </a:ext>
  </a:extLst>
</a:theme>
</file>

<file path=ppt/theme/theme5.xml><?xml version="1.0" encoding="utf-8"?>
<a:theme xmlns:a="http://schemas.openxmlformats.org/drawingml/2006/main" name="Closing Slide Master">
  <a:themeElements>
    <a:clrScheme name="Custom 1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D0D0CE"/>
      </a:accent5>
      <a:accent6>
        <a:srgbClr val="FFCD00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1A4948F9-4CBF-4DD8-A123-ADDEB5543F6D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192</Words>
  <Application>Microsoft Office PowerPoint</Application>
  <PresentationFormat>Widescreen</PresentationFormat>
  <Paragraphs>32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Arial</vt:lpstr>
      <vt:lpstr>Calibri</vt:lpstr>
      <vt:lpstr>Open Sans</vt:lpstr>
      <vt:lpstr>Webdings</vt:lpstr>
      <vt:lpstr>Text</vt:lpstr>
      <vt:lpstr>Cover </vt:lpstr>
      <vt:lpstr>Cover and Photo</vt:lpstr>
      <vt:lpstr>Agenda and Section</vt:lpstr>
      <vt:lpstr>Closing Slide Master</vt:lpstr>
      <vt:lpstr>NCR 10596</vt:lpstr>
      <vt:lpstr>Pipe section / details</vt:lpstr>
      <vt:lpstr>Overview of anomaly</vt:lpstr>
      <vt:lpstr>Zeta wire unlock</vt:lpstr>
      <vt:lpstr>After repaired</vt:lpstr>
      <vt:lpstr> 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Cover title (32pt)</dc:title>
  <dc:creator>Sandy Enoch</dc:creator>
  <cp:lastModifiedBy>Mohd Rezuwan Hamzah</cp:lastModifiedBy>
  <cp:revision>238</cp:revision>
  <dcterms:created xsi:type="dcterms:W3CDTF">2017-01-06T20:47:07Z</dcterms:created>
  <dcterms:modified xsi:type="dcterms:W3CDTF">2024-07-09T21:18:07Z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caabacf-b917-4a45-9a5f-ed3a53d2eeb7_Enabled">
    <vt:lpwstr>true</vt:lpwstr>
  </property>
  <property fmtid="{D5CDD505-2E9C-101B-9397-08002B2CF9AE}" pid="3" name="MSIP_Label_8caabacf-b917-4a45-9a5f-ed3a53d2eeb7_SetDate">
    <vt:lpwstr>2022-06-06T07:06:35Z</vt:lpwstr>
  </property>
  <property fmtid="{D5CDD505-2E9C-101B-9397-08002B2CF9AE}" pid="4" name="MSIP_Label_8caabacf-b917-4a45-9a5f-ed3a53d2eeb7_Method">
    <vt:lpwstr>Standard</vt:lpwstr>
  </property>
  <property fmtid="{D5CDD505-2E9C-101B-9397-08002B2CF9AE}" pid="5" name="MSIP_Label_8caabacf-b917-4a45-9a5f-ed3a53d2eeb7_Name">
    <vt:lpwstr>Anyone - No Protection</vt:lpwstr>
  </property>
  <property fmtid="{D5CDD505-2E9C-101B-9397-08002B2CF9AE}" pid="6" name="MSIP_Label_8caabacf-b917-4a45-9a5f-ed3a53d2eeb7_SiteId">
    <vt:lpwstr>0804c951-93a0-405d-80e4-fa87c7551d6a</vt:lpwstr>
  </property>
  <property fmtid="{D5CDD505-2E9C-101B-9397-08002B2CF9AE}" pid="7" name="MSIP_Label_8caabacf-b917-4a45-9a5f-ed3a53d2eeb7_ActionId">
    <vt:lpwstr>022dcbe2-13cc-4823-b635-e45312fb8034</vt:lpwstr>
  </property>
  <property fmtid="{D5CDD505-2E9C-101B-9397-08002B2CF9AE}" pid="8" name="MSIP_Label_8caabacf-b917-4a45-9a5f-ed3a53d2eeb7_ContentBits">
    <vt:lpwstr>0</vt:lpwstr>
  </property>
</Properties>
</file>