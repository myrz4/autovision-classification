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8" r:id="rId4"/>
    <p:sldMasterId id="2147483676" r:id="rId5"/>
    <p:sldMasterId id="2147483696" r:id="rId6"/>
    <p:sldMasterId id="2147483733" r:id="rId7"/>
  </p:sldMasterIdLst>
  <p:notesMasterIdLst>
    <p:notesMasterId r:id="rId14"/>
  </p:notesMasterIdLst>
  <p:handoutMasterIdLst>
    <p:handoutMasterId r:id="rId15"/>
  </p:handoutMasterIdLst>
  <p:sldIdLst>
    <p:sldId id="276" r:id="rId8"/>
    <p:sldId id="285" r:id="rId9"/>
    <p:sldId id="299" r:id="rId10"/>
    <p:sldId id="303" r:id="rId11"/>
    <p:sldId id="302" r:id="rId12"/>
    <p:sldId id="279" r:id="rId13"/>
  </p:sldIdLst>
  <p:sldSz cx="12192000" cy="6858000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ndy Enoch" initials="SE" lastIdx="2" clrIdx="0">
    <p:extLst>
      <p:ext uri="{19B8F6BF-5375-455C-9EA6-DF929625EA0E}">
        <p15:presenceInfo xmlns:p15="http://schemas.microsoft.com/office/powerpoint/2012/main" userId="S-1-5-21-1120652374-3240075048-774259167-108030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3565A"/>
    <a:srgbClr val="000000"/>
    <a:srgbClr val="3A913F"/>
    <a:srgbClr val="353533"/>
    <a:srgbClr val="EC008C"/>
    <a:srgbClr val="F468D9"/>
    <a:srgbClr val="260424"/>
    <a:srgbClr val="FFCD00"/>
    <a:srgbClr val="EA7600"/>
    <a:srgbClr val="F8A9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>
      <p:cViewPr varScale="1">
        <p:scale>
          <a:sx n="112" d="100"/>
          <a:sy n="112" d="100"/>
        </p:scale>
        <p:origin x="78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howGuides="1">
      <p:cViewPr varScale="1">
        <p:scale>
          <a:sx n="83" d="100"/>
          <a:sy n="83" d="100"/>
        </p:scale>
        <p:origin x="295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2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3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FC2E19-BCFD-42F4-8C59-A93C093D3018}" type="datetimeFigureOut">
              <a:rPr lang="en-US" smtClean="0"/>
              <a:t>20-Dec-24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099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7A7B5A-D228-401E-9AB2-1C2CB65C4B83}" type="datetimeFigureOut">
              <a:rPr lang="en-US" smtClean="0"/>
              <a:t>20-Dec-24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7794A8-DC8C-4DDF-A0B9-8E0C2661BB0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789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5E7B9E7-360E-4E37-8771-C6DA1D03321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90290" y="2804368"/>
            <a:ext cx="5733285" cy="4079032"/>
          </a:xfrm>
          <a:custGeom>
            <a:avLst/>
            <a:gdLst>
              <a:gd name="connsiteX0" fmla="*/ 0 w 4144963"/>
              <a:gd name="connsiteY0" fmla="*/ 0 h 3913024"/>
              <a:gd name="connsiteX1" fmla="*/ 4144963 w 4144963"/>
              <a:gd name="connsiteY1" fmla="*/ 0 h 3913024"/>
              <a:gd name="connsiteX2" fmla="*/ 4144963 w 4144963"/>
              <a:gd name="connsiteY2" fmla="*/ 3913024 h 3913024"/>
              <a:gd name="connsiteX3" fmla="*/ 0 w 4144963"/>
              <a:gd name="connsiteY3" fmla="*/ 3913024 h 3913024"/>
              <a:gd name="connsiteX4" fmla="*/ 0 w 4144963"/>
              <a:gd name="connsiteY4" fmla="*/ 0 h 3913024"/>
              <a:gd name="connsiteX0" fmla="*/ 0 w 4144963"/>
              <a:gd name="connsiteY0" fmla="*/ 146958 h 4059982"/>
              <a:gd name="connsiteX1" fmla="*/ 2528435 w 4144963"/>
              <a:gd name="connsiteY1" fmla="*/ 0 h 4059982"/>
              <a:gd name="connsiteX2" fmla="*/ 4144963 w 4144963"/>
              <a:gd name="connsiteY2" fmla="*/ 4059982 h 4059982"/>
              <a:gd name="connsiteX3" fmla="*/ 0 w 4144963"/>
              <a:gd name="connsiteY3" fmla="*/ 4059982 h 4059982"/>
              <a:gd name="connsiteX4" fmla="*/ 0 w 4144963"/>
              <a:gd name="connsiteY4" fmla="*/ 146958 h 4059982"/>
              <a:gd name="connsiteX0" fmla="*/ 0 w 5110163"/>
              <a:gd name="connsiteY0" fmla="*/ 4067025 h 4067025"/>
              <a:gd name="connsiteX1" fmla="*/ 3493635 w 5110163"/>
              <a:gd name="connsiteY1" fmla="*/ 0 h 4067025"/>
              <a:gd name="connsiteX2" fmla="*/ 5110163 w 5110163"/>
              <a:gd name="connsiteY2" fmla="*/ 4059982 h 4067025"/>
              <a:gd name="connsiteX3" fmla="*/ 965200 w 5110163"/>
              <a:gd name="connsiteY3" fmla="*/ 4059982 h 4067025"/>
              <a:gd name="connsiteX4" fmla="*/ 0 w 5110163"/>
              <a:gd name="connsiteY4" fmla="*/ 4067025 h 4067025"/>
              <a:gd name="connsiteX0" fmla="*/ 0 w 5364163"/>
              <a:gd name="connsiteY0" fmla="*/ 4067025 h 4067025"/>
              <a:gd name="connsiteX1" fmla="*/ 3493635 w 5364163"/>
              <a:gd name="connsiteY1" fmla="*/ 0 h 4067025"/>
              <a:gd name="connsiteX2" fmla="*/ 5364163 w 5364163"/>
              <a:gd name="connsiteY2" fmla="*/ 4059982 h 4067025"/>
              <a:gd name="connsiteX3" fmla="*/ 965200 w 5364163"/>
              <a:gd name="connsiteY3" fmla="*/ 4059982 h 4067025"/>
              <a:gd name="connsiteX4" fmla="*/ 0 w 5364163"/>
              <a:gd name="connsiteY4" fmla="*/ 4067025 h 4067025"/>
              <a:gd name="connsiteX0" fmla="*/ 0 w 7331859"/>
              <a:gd name="connsiteY0" fmla="*/ 4067025 h 4067025"/>
              <a:gd name="connsiteX1" fmla="*/ 3493635 w 7331859"/>
              <a:gd name="connsiteY1" fmla="*/ 0 h 4067025"/>
              <a:gd name="connsiteX2" fmla="*/ 7331859 w 7331859"/>
              <a:gd name="connsiteY2" fmla="*/ 4059982 h 4067025"/>
              <a:gd name="connsiteX3" fmla="*/ 965200 w 7331859"/>
              <a:gd name="connsiteY3" fmla="*/ 4059982 h 4067025"/>
              <a:gd name="connsiteX4" fmla="*/ 0 w 7331859"/>
              <a:gd name="connsiteY4" fmla="*/ 4067025 h 4067025"/>
              <a:gd name="connsiteX0" fmla="*/ 0 w 7644375"/>
              <a:gd name="connsiteY0" fmla="*/ 4067025 h 4067025"/>
              <a:gd name="connsiteX1" fmla="*/ 3493635 w 7644375"/>
              <a:gd name="connsiteY1" fmla="*/ 0 h 4067025"/>
              <a:gd name="connsiteX2" fmla="*/ 7644375 w 7644375"/>
              <a:gd name="connsiteY2" fmla="*/ 4025258 h 4067025"/>
              <a:gd name="connsiteX3" fmla="*/ 965200 w 7644375"/>
              <a:gd name="connsiteY3" fmla="*/ 4059982 h 4067025"/>
              <a:gd name="connsiteX4" fmla="*/ 0 w 7644375"/>
              <a:gd name="connsiteY4" fmla="*/ 4067025 h 4067025"/>
              <a:gd name="connsiteX0" fmla="*/ 0 w 7667525"/>
              <a:gd name="connsiteY0" fmla="*/ 4067025 h 4067025"/>
              <a:gd name="connsiteX1" fmla="*/ 3493635 w 7667525"/>
              <a:gd name="connsiteY1" fmla="*/ 0 h 4067025"/>
              <a:gd name="connsiteX2" fmla="*/ 7667525 w 7667525"/>
              <a:gd name="connsiteY2" fmla="*/ 4048407 h 4067025"/>
              <a:gd name="connsiteX3" fmla="*/ 965200 w 7667525"/>
              <a:gd name="connsiteY3" fmla="*/ 4059982 h 4067025"/>
              <a:gd name="connsiteX4" fmla="*/ 0 w 7667525"/>
              <a:gd name="connsiteY4" fmla="*/ 4067025 h 4067025"/>
              <a:gd name="connsiteX0" fmla="*/ 0 w 7841146"/>
              <a:gd name="connsiteY0" fmla="*/ 4090175 h 4090175"/>
              <a:gd name="connsiteX1" fmla="*/ 3667256 w 7841146"/>
              <a:gd name="connsiteY1" fmla="*/ 0 h 4090175"/>
              <a:gd name="connsiteX2" fmla="*/ 7841146 w 7841146"/>
              <a:gd name="connsiteY2" fmla="*/ 4048407 h 4090175"/>
              <a:gd name="connsiteX3" fmla="*/ 1138821 w 7841146"/>
              <a:gd name="connsiteY3" fmla="*/ 4059982 h 4090175"/>
              <a:gd name="connsiteX4" fmla="*/ 0 w 7841146"/>
              <a:gd name="connsiteY4" fmla="*/ 4090175 h 4090175"/>
              <a:gd name="connsiteX0" fmla="*/ 0 w 7945318"/>
              <a:gd name="connsiteY0" fmla="*/ 4090175 h 4090175"/>
              <a:gd name="connsiteX1" fmla="*/ 3771428 w 7945318"/>
              <a:gd name="connsiteY1" fmla="*/ 0 h 4090175"/>
              <a:gd name="connsiteX2" fmla="*/ 7945318 w 7945318"/>
              <a:gd name="connsiteY2" fmla="*/ 4048407 h 4090175"/>
              <a:gd name="connsiteX3" fmla="*/ 1242993 w 7945318"/>
              <a:gd name="connsiteY3" fmla="*/ 4059982 h 4090175"/>
              <a:gd name="connsiteX4" fmla="*/ 0 w 7945318"/>
              <a:gd name="connsiteY4" fmla="*/ 4090175 h 4090175"/>
              <a:gd name="connsiteX0" fmla="*/ 0 w 7945318"/>
              <a:gd name="connsiteY0" fmla="*/ 4086365 h 4086365"/>
              <a:gd name="connsiteX1" fmla="*/ 3801908 w 7945318"/>
              <a:gd name="connsiteY1" fmla="*/ 0 h 4086365"/>
              <a:gd name="connsiteX2" fmla="*/ 7945318 w 7945318"/>
              <a:gd name="connsiteY2" fmla="*/ 4044597 h 4086365"/>
              <a:gd name="connsiteX3" fmla="*/ 1242993 w 7945318"/>
              <a:gd name="connsiteY3" fmla="*/ 4056172 h 4086365"/>
              <a:gd name="connsiteX4" fmla="*/ 0 w 7945318"/>
              <a:gd name="connsiteY4" fmla="*/ 4086365 h 4086365"/>
              <a:gd name="connsiteX0" fmla="*/ 0 w 8151058"/>
              <a:gd name="connsiteY0" fmla="*/ 4086365 h 4086365"/>
              <a:gd name="connsiteX1" fmla="*/ 4007648 w 8151058"/>
              <a:gd name="connsiteY1" fmla="*/ 0 h 4086365"/>
              <a:gd name="connsiteX2" fmla="*/ 8151058 w 8151058"/>
              <a:gd name="connsiteY2" fmla="*/ 4044597 h 4086365"/>
              <a:gd name="connsiteX3" fmla="*/ 1448733 w 8151058"/>
              <a:gd name="connsiteY3" fmla="*/ 4056172 h 4086365"/>
              <a:gd name="connsiteX4" fmla="*/ 0 w 8151058"/>
              <a:gd name="connsiteY4" fmla="*/ 4086365 h 4086365"/>
              <a:gd name="connsiteX0" fmla="*/ 0 w 8219638"/>
              <a:gd name="connsiteY0" fmla="*/ 4086365 h 4113177"/>
              <a:gd name="connsiteX1" fmla="*/ 4007648 w 8219638"/>
              <a:gd name="connsiteY1" fmla="*/ 0 h 4113177"/>
              <a:gd name="connsiteX2" fmla="*/ 8219638 w 8219638"/>
              <a:gd name="connsiteY2" fmla="*/ 4113177 h 4113177"/>
              <a:gd name="connsiteX3" fmla="*/ 1448733 w 8219638"/>
              <a:gd name="connsiteY3" fmla="*/ 4056172 h 4113177"/>
              <a:gd name="connsiteX4" fmla="*/ 0 w 8219638"/>
              <a:gd name="connsiteY4" fmla="*/ 4086365 h 4113177"/>
              <a:gd name="connsiteX0" fmla="*/ 0 w 8219638"/>
              <a:gd name="connsiteY0" fmla="*/ 4086365 h 4113177"/>
              <a:gd name="connsiteX1" fmla="*/ 4007648 w 8219638"/>
              <a:gd name="connsiteY1" fmla="*/ 0 h 4113177"/>
              <a:gd name="connsiteX2" fmla="*/ 8219638 w 8219638"/>
              <a:gd name="connsiteY2" fmla="*/ 4113177 h 4113177"/>
              <a:gd name="connsiteX3" fmla="*/ 5594013 w 8219638"/>
              <a:gd name="connsiteY3" fmla="*/ 4086652 h 4113177"/>
              <a:gd name="connsiteX4" fmla="*/ 0 w 8219638"/>
              <a:gd name="connsiteY4" fmla="*/ 4086365 h 4113177"/>
              <a:gd name="connsiteX0" fmla="*/ 0 w 5674558"/>
              <a:gd name="connsiteY0" fmla="*/ 4086365 h 4086652"/>
              <a:gd name="connsiteX1" fmla="*/ 4007648 w 5674558"/>
              <a:gd name="connsiteY1" fmla="*/ 0 h 4086652"/>
              <a:gd name="connsiteX2" fmla="*/ 5674558 w 5674558"/>
              <a:gd name="connsiteY2" fmla="*/ 1621437 h 4086652"/>
              <a:gd name="connsiteX3" fmla="*/ 5594013 w 5674558"/>
              <a:gd name="connsiteY3" fmla="*/ 4086652 h 4086652"/>
              <a:gd name="connsiteX4" fmla="*/ 0 w 5674558"/>
              <a:gd name="connsiteY4" fmla="*/ 4086365 h 4086652"/>
              <a:gd name="connsiteX0" fmla="*/ 0 w 5674558"/>
              <a:gd name="connsiteY0" fmla="*/ 4086365 h 4086652"/>
              <a:gd name="connsiteX1" fmla="*/ 4007648 w 5674558"/>
              <a:gd name="connsiteY1" fmla="*/ 0 h 4086652"/>
              <a:gd name="connsiteX2" fmla="*/ 5674558 w 5674558"/>
              <a:gd name="connsiteY2" fmla="*/ 1621437 h 4086652"/>
              <a:gd name="connsiteX3" fmla="*/ 5639733 w 5674558"/>
              <a:gd name="connsiteY3" fmla="*/ 4086652 h 4086652"/>
              <a:gd name="connsiteX4" fmla="*/ 0 w 5674558"/>
              <a:gd name="connsiteY4" fmla="*/ 4086365 h 4086652"/>
              <a:gd name="connsiteX0" fmla="*/ 0 w 5758378"/>
              <a:gd name="connsiteY0" fmla="*/ 4078745 h 4086652"/>
              <a:gd name="connsiteX1" fmla="*/ 4091468 w 5758378"/>
              <a:gd name="connsiteY1" fmla="*/ 0 h 4086652"/>
              <a:gd name="connsiteX2" fmla="*/ 5758378 w 5758378"/>
              <a:gd name="connsiteY2" fmla="*/ 1621437 h 4086652"/>
              <a:gd name="connsiteX3" fmla="*/ 5723553 w 5758378"/>
              <a:gd name="connsiteY3" fmla="*/ 4086652 h 4086652"/>
              <a:gd name="connsiteX4" fmla="*/ 0 w 5758378"/>
              <a:gd name="connsiteY4" fmla="*/ 4078745 h 4086652"/>
              <a:gd name="connsiteX0" fmla="*/ 0 w 5761653"/>
              <a:gd name="connsiteY0" fmla="*/ 4078745 h 4079032"/>
              <a:gd name="connsiteX1" fmla="*/ 4091468 w 5761653"/>
              <a:gd name="connsiteY1" fmla="*/ 0 h 4079032"/>
              <a:gd name="connsiteX2" fmla="*/ 5758378 w 5761653"/>
              <a:gd name="connsiteY2" fmla="*/ 1621437 h 4079032"/>
              <a:gd name="connsiteX3" fmla="*/ 5761653 w 5761653"/>
              <a:gd name="connsiteY3" fmla="*/ 4079032 h 4079032"/>
              <a:gd name="connsiteX4" fmla="*/ 0 w 5761653"/>
              <a:gd name="connsiteY4" fmla="*/ 4078745 h 4079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1653" h="4079032">
                <a:moveTo>
                  <a:pt x="0" y="4078745"/>
                </a:moveTo>
                <a:lnTo>
                  <a:pt x="4091468" y="0"/>
                </a:lnTo>
                <a:lnTo>
                  <a:pt x="5758378" y="1621437"/>
                </a:lnTo>
                <a:cubicBezTo>
                  <a:pt x="5759470" y="2440635"/>
                  <a:pt x="5760561" y="3259834"/>
                  <a:pt x="5761653" y="4079032"/>
                </a:cubicBezTo>
                <a:lnTo>
                  <a:pt x="0" y="407874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746117" y="3969038"/>
            <a:ext cx="5751763" cy="75565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37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1337"/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1337"/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marL="0" indent="0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marL="0" indent="0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02DF22E-D14B-4C80-A570-8803A7D5929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069" y="651851"/>
            <a:ext cx="3065759" cy="571703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1DA888CD-E38B-488D-9299-10B099CC14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64147" y="-1557"/>
            <a:ext cx="4435736" cy="4435736"/>
          </a:xfrm>
          <a:prstGeom prst="rect">
            <a:avLst/>
          </a:prstGeom>
        </p:spPr>
      </p:pic>
      <p:sp>
        <p:nvSpPr>
          <p:cNvPr id="7" name="Title Placeholder 2">
            <a:extLst>
              <a:ext uri="{FF2B5EF4-FFF2-40B4-BE49-F238E27FC236}">
                <a16:creationId xmlns:a16="http://schemas.microsoft.com/office/drawing/2014/main" id="{829D3FD4-FE16-4248-8580-CACC73BC5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117" y="2651760"/>
            <a:ext cx="5961888" cy="20116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Date Placeholder 8">
            <a:extLst>
              <a:ext uri="{FF2B5EF4-FFF2-40B4-BE49-F238E27FC236}">
                <a16:creationId xmlns:a16="http://schemas.microsoft.com/office/drawing/2014/main" id="{3FFF4CED-FA4B-43D3-A4CC-0B36F990E39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45612" y="5949287"/>
            <a:ext cx="2534429" cy="365125"/>
          </a:xfrm>
        </p:spPr>
        <p:txBody>
          <a:bodyPr lIns="0" tIns="0" rIns="0" bIns="0" anchor="b" anchorCtr="0"/>
          <a:lstStyle>
            <a:lvl1pPr>
              <a:defRPr lang="en-US" sz="1045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30E404E7-B8F2-4E70-99AD-8E8EFF2A09DF}" type="datetime1">
              <a:rPr lang="en-US" smtClean="0"/>
              <a:t>20-Dec-24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14921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ith photo &amp; disclai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5E7B9E7-360E-4E37-8771-C6DA1D03321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90290" y="2804368"/>
            <a:ext cx="5733285" cy="4079032"/>
          </a:xfrm>
          <a:custGeom>
            <a:avLst/>
            <a:gdLst>
              <a:gd name="connsiteX0" fmla="*/ 0 w 4144963"/>
              <a:gd name="connsiteY0" fmla="*/ 0 h 3913024"/>
              <a:gd name="connsiteX1" fmla="*/ 4144963 w 4144963"/>
              <a:gd name="connsiteY1" fmla="*/ 0 h 3913024"/>
              <a:gd name="connsiteX2" fmla="*/ 4144963 w 4144963"/>
              <a:gd name="connsiteY2" fmla="*/ 3913024 h 3913024"/>
              <a:gd name="connsiteX3" fmla="*/ 0 w 4144963"/>
              <a:gd name="connsiteY3" fmla="*/ 3913024 h 3913024"/>
              <a:gd name="connsiteX4" fmla="*/ 0 w 4144963"/>
              <a:gd name="connsiteY4" fmla="*/ 0 h 3913024"/>
              <a:gd name="connsiteX0" fmla="*/ 0 w 4144963"/>
              <a:gd name="connsiteY0" fmla="*/ 146958 h 4059982"/>
              <a:gd name="connsiteX1" fmla="*/ 2528435 w 4144963"/>
              <a:gd name="connsiteY1" fmla="*/ 0 h 4059982"/>
              <a:gd name="connsiteX2" fmla="*/ 4144963 w 4144963"/>
              <a:gd name="connsiteY2" fmla="*/ 4059982 h 4059982"/>
              <a:gd name="connsiteX3" fmla="*/ 0 w 4144963"/>
              <a:gd name="connsiteY3" fmla="*/ 4059982 h 4059982"/>
              <a:gd name="connsiteX4" fmla="*/ 0 w 4144963"/>
              <a:gd name="connsiteY4" fmla="*/ 146958 h 4059982"/>
              <a:gd name="connsiteX0" fmla="*/ 0 w 5110163"/>
              <a:gd name="connsiteY0" fmla="*/ 4067025 h 4067025"/>
              <a:gd name="connsiteX1" fmla="*/ 3493635 w 5110163"/>
              <a:gd name="connsiteY1" fmla="*/ 0 h 4067025"/>
              <a:gd name="connsiteX2" fmla="*/ 5110163 w 5110163"/>
              <a:gd name="connsiteY2" fmla="*/ 4059982 h 4067025"/>
              <a:gd name="connsiteX3" fmla="*/ 965200 w 5110163"/>
              <a:gd name="connsiteY3" fmla="*/ 4059982 h 4067025"/>
              <a:gd name="connsiteX4" fmla="*/ 0 w 5110163"/>
              <a:gd name="connsiteY4" fmla="*/ 4067025 h 4067025"/>
              <a:gd name="connsiteX0" fmla="*/ 0 w 5364163"/>
              <a:gd name="connsiteY0" fmla="*/ 4067025 h 4067025"/>
              <a:gd name="connsiteX1" fmla="*/ 3493635 w 5364163"/>
              <a:gd name="connsiteY1" fmla="*/ 0 h 4067025"/>
              <a:gd name="connsiteX2" fmla="*/ 5364163 w 5364163"/>
              <a:gd name="connsiteY2" fmla="*/ 4059982 h 4067025"/>
              <a:gd name="connsiteX3" fmla="*/ 965200 w 5364163"/>
              <a:gd name="connsiteY3" fmla="*/ 4059982 h 4067025"/>
              <a:gd name="connsiteX4" fmla="*/ 0 w 5364163"/>
              <a:gd name="connsiteY4" fmla="*/ 4067025 h 4067025"/>
              <a:gd name="connsiteX0" fmla="*/ 0 w 7331859"/>
              <a:gd name="connsiteY0" fmla="*/ 4067025 h 4067025"/>
              <a:gd name="connsiteX1" fmla="*/ 3493635 w 7331859"/>
              <a:gd name="connsiteY1" fmla="*/ 0 h 4067025"/>
              <a:gd name="connsiteX2" fmla="*/ 7331859 w 7331859"/>
              <a:gd name="connsiteY2" fmla="*/ 4059982 h 4067025"/>
              <a:gd name="connsiteX3" fmla="*/ 965200 w 7331859"/>
              <a:gd name="connsiteY3" fmla="*/ 4059982 h 4067025"/>
              <a:gd name="connsiteX4" fmla="*/ 0 w 7331859"/>
              <a:gd name="connsiteY4" fmla="*/ 4067025 h 4067025"/>
              <a:gd name="connsiteX0" fmla="*/ 0 w 7644375"/>
              <a:gd name="connsiteY0" fmla="*/ 4067025 h 4067025"/>
              <a:gd name="connsiteX1" fmla="*/ 3493635 w 7644375"/>
              <a:gd name="connsiteY1" fmla="*/ 0 h 4067025"/>
              <a:gd name="connsiteX2" fmla="*/ 7644375 w 7644375"/>
              <a:gd name="connsiteY2" fmla="*/ 4025258 h 4067025"/>
              <a:gd name="connsiteX3" fmla="*/ 965200 w 7644375"/>
              <a:gd name="connsiteY3" fmla="*/ 4059982 h 4067025"/>
              <a:gd name="connsiteX4" fmla="*/ 0 w 7644375"/>
              <a:gd name="connsiteY4" fmla="*/ 4067025 h 4067025"/>
              <a:gd name="connsiteX0" fmla="*/ 0 w 7667525"/>
              <a:gd name="connsiteY0" fmla="*/ 4067025 h 4067025"/>
              <a:gd name="connsiteX1" fmla="*/ 3493635 w 7667525"/>
              <a:gd name="connsiteY1" fmla="*/ 0 h 4067025"/>
              <a:gd name="connsiteX2" fmla="*/ 7667525 w 7667525"/>
              <a:gd name="connsiteY2" fmla="*/ 4048407 h 4067025"/>
              <a:gd name="connsiteX3" fmla="*/ 965200 w 7667525"/>
              <a:gd name="connsiteY3" fmla="*/ 4059982 h 4067025"/>
              <a:gd name="connsiteX4" fmla="*/ 0 w 7667525"/>
              <a:gd name="connsiteY4" fmla="*/ 4067025 h 4067025"/>
              <a:gd name="connsiteX0" fmla="*/ 0 w 7841146"/>
              <a:gd name="connsiteY0" fmla="*/ 4090175 h 4090175"/>
              <a:gd name="connsiteX1" fmla="*/ 3667256 w 7841146"/>
              <a:gd name="connsiteY1" fmla="*/ 0 h 4090175"/>
              <a:gd name="connsiteX2" fmla="*/ 7841146 w 7841146"/>
              <a:gd name="connsiteY2" fmla="*/ 4048407 h 4090175"/>
              <a:gd name="connsiteX3" fmla="*/ 1138821 w 7841146"/>
              <a:gd name="connsiteY3" fmla="*/ 4059982 h 4090175"/>
              <a:gd name="connsiteX4" fmla="*/ 0 w 7841146"/>
              <a:gd name="connsiteY4" fmla="*/ 4090175 h 4090175"/>
              <a:gd name="connsiteX0" fmla="*/ 0 w 7945318"/>
              <a:gd name="connsiteY0" fmla="*/ 4090175 h 4090175"/>
              <a:gd name="connsiteX1" fmla="*/ 3771428 w 7945318"/>
              <a:gd name="connsiteY1" fmla="*/ 0 h 4090175"/>
              <a:gd name="connsiteX2" fmla="*/ 7945318 w 7945318"/>
              <a:gd name="connsiteY2" fmla="*/ 4048407 h 4090175"/>
              <a:gd name="connsiteX3" fmla="*/ 1242993 w 7945318"/>
              <a:gd name="connsiteY3" fmla="*/ 4059982 h 4090175"/>
              <a:gd name="connsiteX4" fmla="*/ 0 w 7945318"/>
              <a:gd name="connsiteY4" fmla="*/ 4090175 h 4090175"/>
              <a:gd name="connsiteX0" fmla="*/ 0 w 7945318"/>
              <a:gd name="connsiteY0" fmla="*/ 4086365 h 4086365"/>
              <a:gd name="connsiteX1" fmla="*/ 3801908 w 7945318"/>
              <a:gd name="connsiteY1" fmla="*/ 0 h 4086365"/>
              <a:gd name="connsiteX2" fmla="*/ 7945318 w 7945318"/>
              <a:gd name="connsiteY2" fmla="*/ 4044597 h 4086365"/>
              <a:gd name="connsiteX3" fmla="*/ 1242993 w 7945318"/>
              <a:gd name="connsiteY3" fmla="*/ 4056172 h 4086365"/>
              <a:gd name="connsiteX4" fmla="*/ 0 w 7945318"/>
              <a:gd name="connsiteY4" fmla="*/ 4086365 h 4086365"/>
              <a:gd name="connsiteX0" fmla="*/ 0 w 8151058"/>
              <a:gd name="connsiteY0" fmla="*/ 4086365 h 4086365"/>
              <a:gd name="connsiteX1" fmla="*/ 4007648 w 8151058"/>
              <a:gd name="connsiteY1" fmla="*/ 0 h 4086365"/>
              <a:gd name="connsiteX2" fmla="*/ 8151058 w 8151058"/>
              <a:gd name="connsiteY2" fmla="*/ 4044597 h 4086365"/>
              <a:gd name="connsiteX3" fmla="*/ 1448733 w 8151058"/>
              <a:gd name="connsiteY3" fmla="*/ 4056172 h 4086365"/>
              <a:gd name="connsiteX4" fmla="*/ 0 w 8151058"/>
              <a:gd name="connsiteY4" fmla="*/ 4086365 h 4086365"/>
              <a:gd name="connsiteX0" fmla="*/ 0 w 8219638"/>
              <a:gd name="connsiteY0" fmla="*/ 4086365 h 4113177"/>
              <a:gd name="connsiteX1" fmla="*/ 4007648 w 8219638"/>
              <a:gd name="connsiteY1" fmla="*/ 0 h 4113177"/>
              <a:gd name="connsiteX2" fmla="*/ 8219638 w 8219638"/>
              <a:gd name="connsiteY2" fmla="*/ 4113177 h 4113177"/>
              <a:gd name="connsiteX3" fmla="*/ 1448733 w 8219638"/>
              <a:gd name="connsiteY3" fmla="*/ 4056172 h 4113177"/>
              <a:gd name="connsiteX4" fmla="*/ 0 w 8219638"/>
              <a:gd name="connsiteY4" fmla="*/ 4086365 h 4113177"/>
              <a:gd name="connsiteX0" fmla="*/ 0 w 8219638"/>
              <a:gd name="connsiteY0" fmla="*/ 4086365 h 4113177"/>
              <a:gd name="connsiteX1" fmla="*/ 4007648 w 8219638"/>
              <a:gd name="connsiteY1" fmla="*/ 0 h 4113177"/>
              <a:gd name="connsiteX2" fmla="*/ 8219638 w 8219638"/>
              <a:gd name="connsiteY2" fmla="*/ 4113177 h 4113177"/>
              <a:gd name="connsiteX3" fmla="*/ 5594013 w 8219638"/>
              <a:gd name="connsiteY3" fmla="*/ 4086652 h 4113177"/>
              <a:gd name="connsiteX4" fmla="*/ 0 w 8219638"/>
              <a:gd name="connsiteY4" fmla="*/ 4086365 h 4113177"/>
              <a:gd name="connsiteX0" fmla="*/ 0 w 5674558"/>
              <a:gd name="connsiteY0" fmla="*/ 4086365 h 4086652"/>
              <a:gd name="connsiteX1" fmla="*/ 4007648 w 5674558"/>
              <a:gd name="connsiteY1" fmla="*/ 0 h 4086652"/>
              <a:gd name="connsiteX2" fmla="*/ 5674558 w 5674558"/>
              <a:gd name="connsiteY2" fmla="*/ 1621437 h 4086652"/>
              <a:gd name="connsiteX3" fmla="*/ 5594013 w 5674558"/>
              <a:gd name="connsiteY3" fmla="*/ 4086652 h 4086652"/>
              <a:gd name="connsiteX4" fmla="*/ 0 w 5674558"/>
              <a:gd name="connsiteY4" fmla="*/ 4086365 h 4086652"/>
              <a:gd name="connsiteX0" fmla="*/ 0 w 5674558"/>
              <a:gd name="connsiteY0" fmla="*/ 4086365 h 4086652"/>
              <a:gd name="connsiteX1" fmla="*/ 4007648 w 5674558"/>
              <a:gd name="connsiteY1" fmla="*/ 0 h 4086652"/>
              <a:gd name="connsiteX2" fmla="*/ 5674558 w 5674558"/>
              <a:gd name="connsiteY2" fmla="*/ 1621437 h 4086652"/>
              <a:gd name="connsiteX3" fmla="*/ 5639733 w 5674558"/>
              <a:gd name="connsiteY3" fmla="*/ 4086652 h 4086652"/>
              <a:gd name="connsiteX4" fmla="*/ 0 w 5674558"/>
              <a:gd name="connsiteY4" fmla="*/ 4086365 h 4086652"/>
              <a:gd name="connsiteX0" fmla="*/ 0 w 5758378"/>
              <a:gd name="connsiteY0" fmla="*/ 4078745 h 4086652"/>
              <a:gd name="connsiteX1" fmla="*/ 4091468 w 5758378"/>
              <a:gd name="connsiteY1" fmla="*/ 0 h 4086652"/>
              <a:gd name="connsiteX2" fmla="*/ 5758378 w 5758378"/>
              <a:gd name="connsiteY2" fmla="*/ 1621437 h 4086652"/>
              <a:gd name="connsiteX3" fmla="*/ 5723553 w 5758378"/>
              <a:gd name="connsiteY3" fmla="*/ 4086652 h 4086652"/>
              <a:gd name="connsiteX4" fmla="*/ 0 w 5758378"/>
              <a:gd name="connsiteY4" fmla="*/ 4078745 h 4086652"/>
              <a:gd name="connsiteX0" fmla="*/ 0 w 5761653"/>
              <a:gd name="connsiteY0" fmla="*/ 4078745 h 4079032"/>
              <a:gd name="connsiteX1" fmla="*/ 4091468 w 5761653"/>
              <a:gd name="connsiteY1" fmla="*/ 0 h 4079032"/>
              <a:gd name="connsiteX2" fmla="*/ 5758378 w 5761653"/>
              <a:gd name="connsiteY2" fmla="*/ 1621437 h 4079032"/>
              <a:gd name="connsiteX3" fmla="*/ 5761653 w 5761653"/>
              <a:gd name="connsiteY3" fmla="*/ 4079032 h 4079032"/>
              <a:gd name="connsiteX4" fmla="*/ 0 w 5761653"/>
              <a:gd name="connsiteY4" fmla="*/ 4078745 h 4079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1653" h="4079032">
                <a:moveTo>
                  <a:pt x="0" y="4078745"/>
                </a:moveTo>
                <a:lnTo>
                  <a:pt x="4091468" y="0"/>
                </a:lnTo>
                <a:lnTo>
                  <a:pt x="5758378" y="1621437"/>
                </a:lnTo>
                <a:cubicBezTo>
                  <a:pt x="5759470" y="2440635"/>
                  <a:pt x="5760561" y="3259834"/>
                  <a:pt x="5761653" y="4079032"/>
                </a:cubicBezTo>
                <a:lnTo>
                  <a:pt x="0" y="407874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746117" y="3969038"/>
            <a:ext cx="5751763" cy="75565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37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1337"/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1337"/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marL="0" indent="0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marL="0" indent="0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02DF22E-D14B-4C80-A570-8803A7D5929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069" y="651851"/>
            <a:ext cx="3065759" cy="571703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1DA888CD-E38B-488D-9299-10B099CC14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64147" y="-1557"/>
            <a:ext cx="4435736" cy="4435736"/>
          </a:xfrm>
          <a:prstGeom prst="rect">
            <a:avLst/>
          </a:prstGeom>
        </p:spPr>
      </p:pic>
      <p:sp>
        <p:nvSpPr>
          <p:cNvPr id="7" name="Title Placeholder 2">
            <a:extLst>
              <a:ext uri="{FF2B5EF4-FFF2-40B4-BE49-F238E27FC236}">
                <a16:creationId xmlns:a16="http://schemas.microsoft.com/office/drawing/2014/main" id="{829D3FD4-FE16-4248-8580-CACC73BC5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117" y="2651760"/>
            <a:ext cx="5961888" cy="20116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Date Placeholder 8">
            <a:extLst>
              <a:ext uri="{FF2B5EF4-FFF2-40B4-BE49-F238E27FC236}">
                <a16:creationId xmlns:a16="http://schemas.microsoft.com/office/drawing/2014/main" id="{3FFF4CED-FA4B-43D3-A4CC-0B36F990E39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45612" y="5949287"/>
            <a:ext cx="2534429" cy="365125"/>
          </a:xfrm>
        </p:spPr>
        <p:txBody>
          <a:bodyPr lIns="0" tIns="0" rIns="0" bIns="0" anchor="b" anchorCtr="0"/>
          <a:lstStyle>
            <a:lvl1pPr>
              <a:defRPr lang="en-US" sz="1045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30E404E7-B8F2-4E70-99AD-8E8EFF2A09DF}" type="datetime1">
              <a:rPr lang="en-US" smtClean="0"/>
              <a:t>20-Dec-24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BD97E5-0274-443A-92F8-DC83E332C5C1}"/>
              </a:ext>
            </a:extLst>
          </p:cNvPr>
          <p:cNvSpPr txBox="1"/>
          <p:nvPr userDrawn="1"/>
        </p:nvSpPr>
        <p:spPr>
          <a:xfrm>
            <a:off x="741942" y="6400800"/>
            <a:ext cx="3664113" cy="381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3395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97" dirty="0"/>
              <a:t>This document and all information herein are confidential, and may not be used, reproduced or distributed without prior authorization of TechnipFMC.</a:t>
            </a:r>
          </a:p>
        </p:txBody>
      </p:sp>
    </p:spTree>
    <p:extLst>
      <p:ext uri="{BB962C8B-B14F-4D97-AF65-F5344CB8AC3E}">
        <p14:creationId xmlns:p14="http://schemas.microsoft.com/office/powerpoint/2010/main" val="40238802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ith 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5E7B9E7-360E-4E37-8771-C6DA1D03321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83721" y="-117252"/>
            <a:ext cx="9139855" cy="7000652"/>
          </a:xfrm>
          <a:custGeom>
            <a:avLst/>
            <a:gdLst>
              <a:gd name="connsiteX0" fmla="*/ 0 w 4144963"/>
              <a:gd name="connsiteY0" fmla="*/ 0 h 3913024"/>
              <a:gd name="connsiteX1" fmla="*/ 4144963 w 4144963"/>
              <a:gd name="connsiteY1" fmla="*/ 0 h 3913024"/>
              <a:gd name="connsiteX2" fmla="*/ 4144963 w 4144963"/>
              <a:gd name="connsiteY2" fmla="*/ 3913024 h 3913024"/>
              <a:gd name="connsiteX3" fmla="*/ 0 w 4144963"/>
              <a:gd name="connsiteY3" fmla="*/ 3913024 h 3913024"/>
              <a:gd name="connsiteX4" fmla="*/ 0 w 4144963"/>
              <a:gd name="connsiteY4" fmla="*/ 0 h 3913024"/>
              <a:gd name="connsiteX0" fmla="*/ 0 w 4144963"/>
              <a:gd name="connsiteY0" fmla="*/ 146958 h 4059982"/>
              <a:gd name="connsiteX1" fmla="*/ 2528435 w 4144963"/>
              <a:gd name="connsiteY1" fmla="*/ 0 h 4059982"/>
              <a:gd name="connsiteX2" fmla="*/ 4144963 w 4144963"/>
              <a:gd name="connsiteY2" fmla="*/ 4059982 h 4059982"/>
              <a:gd name="connsiteX3" fmla="*/ 0 w 4144963"/>
              <a:gd name="connsiteY3" fmla="*/ 4059982 h 4059982"/>
              <a:gd name="connsiteX4" fmla="*/ 0 w 4144963"/>
              <a:gd name="connsiteY4" fmla="*/ 146958 h 4059982"/>
              <a:gd name="connsiteX0" fmla="*/ 0 w 5110163"/>
              <a:gd name="connsiteY0" fmla="*/ 4067025 h 4067025"/>
              <a:gd name="connsiteX1" fmla="*/ 3493635 w 5110163"/>
              <a:gd name="connsiteY1" fmla="*/ 0 h 4067025"/>
              <a:gd name="connsiteX2" fmla="*/ 5110163 w 5110163"/>
              <a:gd name="connsiteY2" fmla="*/ 4059982 h 4067025"/>
              <a:gd name="connsiteX3" fmla="*/ 965200 w 5110163"/>
              <a:gd name="connsiteY3" fmla="*/ 4059982 h 4067025"/>
              <a:gd name="connsiteX4" fmla="*/ 0 w 5110163"/>
              <a:gd name="connsiteY4" fmla="*/ 4067025 h 4067025"/>
              <a:gd name="connsiteX0" fmla="*/ 0 w 5364163"/>
              <a:gd name="connsiteY0" fmla="*/ 4067025 h 4067025"/>
              <a:gd name="connsiteX1" fmla="*/ 3493635 w 5364163"/>
              <a:gd name="connsiteY1" fmla="*/ 0 h 4067025"/>
              <a:gd name="connsiteX2" fmla="*/ 5364163 w 5364163"/>
              <a:gd name="connsiteY2" fmla="*/ 4059982 h 4067025"/>
              <a:gd name="connsiteX3" fmla="*/ 965200 w 5364163"/>
              <a:gd name="connsiteY3" fmla="*/ 4059982 h 4067025"/>
              <a:gd name="connsiteX4" fmla="*/ 0 w 5364163"/>
              <a:gd name="connsiteY4" fmla="*/ 4067025 h 4067025"/>
              <a:gd name="connsiteX0" fmla="*/ 0 w 7331859"/>
              <a:gd name="connsiteY0" fmla="*/ 4067025 h 4067025"/>
              <a:gd name="connsiteX1" fmla="*/ 3493635 w 7331859"/>
              <a:gd name="connsiteY1" fmla="*/ 0 h 4067025"/>
              <a:gd name="connsiteX2" fmla="*/ 7331859 w 7331859"/>
              <a:gd name="connsiteY2" fmla="*/ 4059982 h 4067025"/>
              <a:gd name="connsiteX3" fmla="*/ 965200 w 7331859"/>
              <a:gd name="connsiteY3" fmla="*/ 4059982 h 4067025"/>
              <a:gd name="connsiteX4" fmla="*/ 0 w 7331859"/>
              <a:gd name="connsiteY4" fmla="*/ 4067025 h 4067025"/>
              <a:gd name="connsiteX0" fmla="*/ 0 w 7644375"/>
              <a:gd name="connsiteY0" fmla="*/ 4067025 h 4067025"/>
              <a:gd name="connsiteX1" fmla="*/ 3493635 w 7644375"/>
              <a:gd name="connsiteY1" fmla="*/ 0 h 4067025"/>
              <a:gd name="connsiteX2" fmla="*/ 7644375 w 7644375"/>
              <a:gd name="connsiteY2" fmla="*/ 4025258 h 4067025"/>
              <a:gd name="connsiteX3" fmla="*/ 965200 w 7644375"/>
              <a:gd name="connsiteY3" fmla="*/ 4059982 h 4067025"/>
              <a:gd name="connsiteX4" fmla="*/ 0 w 7644375"/>
              <a:gd name="connsiteY4" fmla="*/ 4067025 h 4067025"/>
              <a:gd name="connsiteX0" fmla="*/ 0 w 7667525"/>
              <a:gd name="connsiteY0" fmla="*/ 4067025 h 4067025"/>
              <a:gd name="connsiteX1" fmla="*/ 3493635 w 7667525"/>
              <a:gd name="connsiteY1" fmla="*/ 0 h 4067025"/>
              <a:gd name="connsiteX2" fmla="*/ 7667525 w 7667525"/>
              <a:gd name="connsiteY2" fmla="*/ 4048407 h 4067025"/>
              <a:gd name="connsiteX3" fmla="*/ 965200 w 7667525"/>
              <a:gd name="connsiteY3" fmla="*/ 4059982 h 4067025"/>
              <a:gd name="connsiteX4" fmla="*/ 0 w 7667525"/>
              <a:gd name="connsiteY4" fmla="*/ 4067025 h 4067025"/>
              <a:gd name="connsiteX0" fmla="*/ 0 w 7841146"/>
              <a:gd name="connsiteY0" fmla="*/ 4090175 h 4090175"/>
              <a:gd name="connsiteX1" fmla="*/ 3667256 w 7841146"/>
              <a:gd name="connsiteY1" fmla="*/ 0 h 4090175"/>
              <a:gd name="connsiteX2" fmla="*/ 7841146 w 7841146"/>
              <a:gd name="connsiteY2" fmla="*/ 4048407 h 4090175"/>
              <a:gd name="connsiteX3" fmla="*/ 1138821 w 7841146"/>
              <a:gd name="connsiteY3" fmla="*/ 4059982 h 4090175"/>
              <a:gd name="connsiteX4" fmla="*/ 0 w 7841146"/>
              <a:gd name="connsiteY4" fmla="*/ 4090175 h 4090175"/>
              <a:gd name="connsiteX0" fmla="*/ 0 w 7945318"/>
              <a:gd name="connsiteY0" fmla="*/ 4090175 h 4090175"/>
              <a:gd name="connsiteX1" fmla="*/ 3771428 w 7945318"/>
              <a:gd name="connsiteY1" fmla="*/ 0 h 4090175"/>
              <a:gd name="connsiteX2" fmla="*/ 7945318 w 7945318"/>
              <a:gd name="connsiteY2" fmla="*/ 4048407 h 4090175"/>
              <a:gd name="connsiteX3" fmla="*/ 1242993 w 7945318"/>
              <a:gd name="connsiteY3" fmla="*/ 4059982 h 4090175"/>
              <a:gd name="connsiteX4" fmla="*/ 0 w 7945318"/>
              <a:gd name="connsiteY4" fmla="*/ 4090175 h 4090175"/>
              <a:gd name="connsiteX0" fmla="*/ 0 w 7945318"/>
              <a:gd name="connsiteY0" fmla="*/ 4086365 h 4086365"/>
              <a:gd name="connsiteX1" fmla="*/ 3801908 w 7945318"/>
              <a:gd name="connsiteY1" fmla="*/ 0 h 4086365"/>
              <a:gd name="connsiteX2" fmla="*/ 7945318 w 7945318"/>
              <a:gd name="connsiteY2" fmla="*/ 4044597 h 4086365"/>
              <a:gd name="connsiteX3" fmla="*/ 1242993 w 7945318"/>
              <a:gd name="connsiteY3" fmla="*/ 4056172 h 4086365"/>
              <a:gd name="connsiteX4" fmla="*/ 0 w 7945318"/>
              <a:gd name="connsiteY4" fmla="*/ 4086365 h 4086365"/>
              <a:gd name="connsiteX0" fmla="*/ 0 w 8151058"/>
              <a:gd name="connsiteY0" fmla="*/ 4086365 h 4086365"/>
              <a:gd name="connsiteX1" fmla="*/ 4007648 w 8151058"/>
              <a:gd name="connsiteY1" fmla="*/ 0 h 4086365"/>
              <a:gd name="connsiteX2" fmla="*/ 8151058 w 8151058"/>
              <a:gd name="connsiteY2" fmla="*/ 4044597 h 4086365"/>
              <a:gd name="connsiteX3" fmla="*/ 1448733 w 8151058"/>
              <a:gd name="connsiteY3" fmla="*/ 4056172 h 4086365"/>
              <a:gd name="connsiteX4" fmla="*/ 0 w 8151058"/>
              <a:gd name="connsiteY4" fmla="*/ 4086365 h 4086365"/>
              <a:gd name="connsiteX0" fmla="*/ 0 w 8219638"/>
              <a:gd name="connsiteY0" fmla="*/ 4086365 h 4113177"/>
              <a:gd name="connsiteX1" fmla="*/ 4007648 w 8219638"/>
              <a:gd name="connsiteY1" fmla="*/ 0 h 4113177"/>
              <a:gd name="connsiteX2" fmla="*/ 8219638 w 8219638"/>
              <a:gd name="connsiteY2" fmla="*/ 4113177 h 4113177"/>
              <a:gd name="connsiteX3" fmla="*/ 1448733 w 8219638"/>
              <a:gd name="connsiteY3" fmla="*/ 4056172 h 4113177"/>
              <a:gd name="connsiteX4" fmla="*/ 0 w 8219638"/>
              <a:gd name="connsiteY4" fmla="*/ 4086365 h 4113177"/>
              <a:gd name="connsiteX0" fmla="*/ 0 w 8219638"/>
              <a:gd name="connsiteY0" fmla="*/ 4086365 h 4113177"/>
              <a:gd name="connsiteX1" fmla="*/ 4007648 w 8219638"/>
              <a:gd name="connsiteY1" fmla="*/ 0 h 4113177"/>
              <a:gd name="connsiteX2" fmla="*/ 8219638 w 8219638"/>
              <a:gd name="connsiteY2" fmla="*/ 4113177 h 4113177"/>
              <a:gd name="connsiteX3" fmla="*/ 5594013 w 8219638"/>
              <a:gd name="connsiteY3" fmla="*/ 4086652 h 4113177"/>
              <a:gd name="connsiteX4" fmla="*/ 0 w 8219638"/>
              <a:gd name="connsiteY4" fmla="*/ 4086365 h 4113177"/>
              <a:gd name="connsiteX0" fmla="*/ 0 w 5674558"/>
              <a:gd name="connsiteY0" fmla="*/ 4086365 h 4086652"/>
              <a:gd name="connsiteX1" fmla="*/ 4007648 w 5674558"/>
              <a:gd name="connsiteY1" fmla="*/ 0 h 4086652"/>
              <a:gd name="connsiteX2" fmla="*/ 5674558 w 5674558"/>
              <a:gd name="connsiteY2" fmla="*/ 1621437 h 4086652"/>
              <a:gd name="connsiteX3" fmla="*/ 5594013 w 5674558"/>
              <a:gd name="connsiteY3" fmla="*/ 4086652 h 4086652"/>
              <a:gd name="connsiteX4" fmla="*/ 0 w 5674558"/>
              <a:gd name="connsiteY4" fmla="*/ 4086365 h 4086652"/>
              <a:gd name="connsiteX0" fmla="*/ 0 w 5674558"/>
              <a:gd name="connsiteY0" fmla="*/ 4086365 h 4086652"/>
              <a:gd name="connsiteX1" fmla="*/ 4007648 w 5674558"/>
              <a:gd name="connsiteY1" fmla="*/ 0 h 4086652"/>
              <a:gd name="connsiteX2" fmla="*/ 5674558 w 5674558"/>
              <a:gd name="connsiteY2" fmla="*/ 1621437 h 4086652"/>
              <a:gd name="connsiteX3" fmla="*/ 5639733 w 5674558"/>
              <a:gd name="connsiteY3" fmla="*/ 4086652 h 4086652"/>
              <a:gd name="connsiteX4" fmla="*/ 0 w 5674558"/>
              <a:gd name="connsiteY4" fmla="*/ 4086365 h 4086652"/>
              <a:gd name="connsiteX0" fmla="*/ 0 w 5758378"/>
              <a:gd name="connsiteY0" fmla="*/ 4078745 h 4086652"/>
              <a:gd name="connsiteX1" fmla="*/ 4091468 w 5758378"/>
              <a:gd name="connsiteY1" fmla="*/ 0 h 4086652"/>
              <a:gd name="connsiteX2" fmla="*/ 5758378 w 5758378"/>
              <a:gd name="connsiteY2" fmla="*/ 1621437 h 4086652"/>
              <a:gd name="connsiteX3" fmla="*/ 5723553 w 5758378"/>
              <a:gd name="connsiteY3" fmla="*/ 4086652 h 4086652"/>
              <a:gd name="connsiteX4" fmla="*/ 0 w 5758378"/>
              <a:gd name="connsiteY4" fmla="*/ 4078745 h 4086652"/>
              <a:gd name="connsiteX0" fmla="*/ 0 w 5761653"/>
              <a:gd name="connsiteY0" fmla="*/ 4078745 h 4079032"/>
              <a:gd name="connsiteX1" fmla="*/ 4091468 w 5761653"/>
              <a:gd name="connsiteY1" fmla="*/ 0 h 4079032"/>
              <a:gd name="connsiteX2" fmla="*/ 5758378 w 5761653"/>
              <a:gd name="connsiteY2" fmla="*/ 1621437 h 4079032"/>
              <a:gd name="connsiteX3" fmla="*/ 5761653 w 5761653"/>
              <a:gd name="connsiteY3" fmla="*/ 4079032 h 4079032"/>
              <a:gd name="connsiteX4" fmla="*/ 0 w 5761653"/>
              <a:gd name="connsiteY4" fmla="*/ 4078745 h 4079032"/>
              <a:gd name="connsiteX0" fmla="*/ 0 w 9185078"/>
              <a:gd name="connsiteY0" fmla="*/ 4045291 h 4079032"/>
              <a:gd name="connsiteX1" fmla="*/ 7514893 w 9185078"/>
              <a:gd name="connsiteY1" fmla="*/ 0 h 4079032"/>
              <a:gd name="connsiteX2" fmla="*/ 9181803 w 9185078"/>
              <a:gd name="connsiteY2" fmla="*/ 1621437 h 4079032"/>
              <a:gd name="connsiteX3" fmla="*/ 9185078 w 9185078"/>
              <a:gd name="connsiteY3" fmla="*/ 4079032 h 4079032"/>
              <a:gd name="connsiteX4" fmla="*/ 0 w 9185078"/>
              <a:gd name="connsiteY4" fmla="*/ 4045291 h 4079032"/>
              <a:gd name="connsiteX0" fmla="*/ 0 w 9185078"/>
              <a:gd name="connsiteY0" fmla="*/ 7011516 h 7045257"/>
              <a:gd name="connsiteX1" fmla="*/ 7001937 w 9185078"/>
              <a:gd name="connsiteY1" fmla="*/ 0 h 7045257"/>
              <a:gd name="connsiteX2" fmla="*/ 9181803 w 9185078"/>
              <a:gd name="connsiteY2" fmla="*/ 4587662 h 7045257"/>
              <a:gd name="connsiteX3" fmla="*/ 9185078 w 9185078"/>
              <a:gd name="connsiteY3" fmla="*/ 7045257 h 7045257"/>
              <a:gd name="connsiteX4" fmla="*/ 0 w 9185078"/>
              <a:gd name="connsiteY4" fmla="*/ 7011516 h 7045257"/>
              <a:gd name="connsiteX0" fmla="*/ 0 w 9185078"/>
              <a:gd name="connsiteY0" fmla="*/ 7011516 h 7045257"/>
              <a:gd name="connsiteX1" fmla="*/ 7001937 w 9185078"/>
              <a:gd name="connsiteY1" fmla="*/ 0 h 7045257"/>
              <a:gd name="connsiteX2" fmla="*/ 9159500 w 9185078"/>
              <a:gd name="connsiteY2" fmla="*/ 60267 h 7045257"/>
              <a:gd name="connsiteX3" fmla="*/ 9185078 w 9185078"/>
              <a:gd name="connsiteY3" fmla="*/ 7045257 h 7045257"/>
              <a:gd name="connsiteX4" fmla="*/ 0 w 9185078"/>
              <a:gd name="connsiteY4" fmla="*/ 7011516 h 7045257"/>
              <a:gd name="connsiteX0" fmla="*/ 0 w 9185078"/>
              <a:gd name="connsiteY0" fmla="*/ 6966911 h 7000652"/>
              <a:gd name="connsiteX1" fmla="*/ 6957333 w 9185078"/>
              <a:gd name="connsiteY1" fmla="*/ 0 h 7000652"/>
              <a:gd name="connsiteX2" fmla="*/ 9159500 w 9185078"/>
              <a:gd name="connsiteY2" fmla="*/ 15662 h 7000652"/>
              <a:gd name="connsiteX3" fmla="*/ 9185078 w 9185078"/>
              <a:gd name="connsiteY3" fmla="*/ 7000652 h 7000652"/>
              <a:gd name="connsiteX4" fmla="*/ 0 w 9185078"/>
              <a:gd name="connsiteY4" fmla="*/ 6966911 h 70006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5078" h="7000652">
                <a:moveTo>
                  <a:pt x="0" y="6966911"/>
                </a:moveTo>
                <a:lnTo>
                  <a:pt x="6957333" y="0"/>
                </a:lnTo>
                <a:lnTo>
                  <a:pt x="9159500" y="15662"/>
                </a:lnTo>
                <a:cubicBezTo>
                  <a:pt x="9160592" y="834860"/>
                  <a:pt x="9183986" y="6181454"/>
                  <a:pt x="9185078" y="7000652"/>
                </a:cubicBezTo>
                <a:lnTo>
                  <a:pt x="0" y="696691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746117" y="3969038"/>
            <a:ext cx="5751763" cy="75565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37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1337"/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1337"/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marL="0" indent="0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marL="0" indent="0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02DF22E-D14B-4C80-A570-8803A7D5929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069" y="651851"/>
            <a:ext cx="3065759" cy="571703"/>
          </a:xfrm>
          <a:prstGeom prst="rect">
            <a:avLst/>
          </a:prstGeom>
        </p:spPr>
      </p:pic>
      <p:sp>
        <p:nvSpPr>
          <p:cNvPr id="7" name="Title Placeholder 2">
            <a:extLst>
              <a:ext uri="{FF2B5EF4-FFF2-40B4-BE49-F238E27FC236}">
                <a16:creationId xmlns:a16="http://schemas.microsoft.com/office/drawing/2014/main" id="{829D3FD4-FE16-4248-8580-CACC73BC5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117" y="2651760"/>
            <a:ext cx="5961888" cy="20116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Date Placeholder 8">
            <a:extLst>
              <a:ext uri="{FF2B5EF4-FFF2-40B4-BE49-F238E27FC236}">
                <a16:creationId xmlns:a16="http://schemas.microsoft.com/office/drawing/2014/main" id="{F8C23027-F5C4-4AB2-A984-688FB1CB4E1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45612" y="5486403"/>
            <a:ext cx="2534429" cy="365125"/>
          </a:xfrm>
        </p:spPr>
        <p:txBody>
          <a:bodyPr lIns="0" tIns="0" rIns="0" bIns="0" anchor="b" anchorCtr="0"/>
          <a:lstStyle>
            <a:lvl1pPr>
              <a:defRPr lang="en-US" sz="1045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30E404E7-B8F2-4E70-99AD-8E8EFF2A09DF}" type="datetime1">
              <a:rPr lang="en-US" smtClean="0"/>
              <a:t>20-Dec-24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87930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ith large photo and disclai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5E7B9E7-360E-4E37-8771-C6DA1D03321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83721" y="-101590"/>
            <a:ext cx="9139855" cy="6984990"/>
          </a:xfrm>
          <a:custGeom>
            <a:avLst/>
            <a:gdLst>
              <a:gd name="connsiteX0" fmla="*/ 0 w 4144963"/>
              <a:gd name="connsiteY0" fmla="*/ 0 h 3913024"/>
              <a:gd name="connsiteX1" fmla="*/ 4144963 w 4144963"/>
              <a:gd name="connsiteY1" fmla="*/ 0 h 3913024"/>
              <a:gd name="connsiteX2" fmla="*/ 4144963 w 4144963"/>
              <a:gd name="connsiteY2" fmla="*/ 3913024 h 3913024"/>
              <a:gd name="connsiteX3" fmla="*/ 0 w 4144963"/>
              <a:gd name="connsiteY3" fmla="*/ 3913024 h 3913024"/>
              <a:gd name="connsiteX4" fmla="*/ 0 w 4144963"/>
              <a:gd name="connsiteY4" fmla="*/ 0 h 3913024"/>
              <a:gd name="connsiteX0" fmla="*/ 0 w 4144963"/>
              <a:gd name="connsiteY0" fmla="*/ 146958 h 4059982"/>
              <a:gd name="connsiteX1" fmla="*/ 2528435 w 4144963"/>
              <a:gd name="connsiteY1" fmla="*/ 0 h 4059982"/>
              <a:gd name="connsiteX2" fmla="*/ 4144963 w 4144963"/>
              <a:gd name="connsiteY2" fmla="*/ 4059982 h 4059982"/>
              <a:gd name="connsiteX3" fmla="*/ 0 w 4144963"/>
              <a:gd name="connsiteY3" fmla="*/ 4059982 h 4059982"/>
              <a:gd name="connsiteX4" fmla="*/ 0 w 4144963"/>
              <a:gd name="connsiteY4" fmla="*/ 146958 h 4059982"/>
              <a:gd name="connsiteX0" fmla="*/ 0 w 5110163"/>
              <a:gd name="connsiteY0" fmla="*/ 4067025 h 4067025"/>
              <a:gd name="connsiteX1" fmla="*/ 3493635 w 5110163"/>
              <a:gd name="connsiteY1" fmla="*/ 0 h 4067025"/>
              <a:gd name="connsiteX2" fmla="*/ 5110163 w 5110163"/>
              <a:gd name="connsiteY2" fmla="*/ 4059982 h 4067025"/>
              <a:gd name="connsiteX3" fmla="*/ 965200 w 5110163"/>
              <a:gd name="connsiteY3" fmla="*/ 4059982 h 4067025"/>
              <a:gd name="connsiteX4" fmla="*/ 0 w 5110163"/>
              <a:gd name="connsiteY4" fmla="*/ 4067025 h 4067025"/>
              <a:gd name="connsiteX0" fmla="*/ 0 w 5364163"/>
              <a:gd name="connsiteY0" fmla="*/ 4067025 h 4067025"/>
              <a:gd name="connsiteX1" fmla="*/ 3493635 w 5364163"/>
              <a:gd name="connsiteY1" fmla="*/ 0 h 4067025"/>
              <a:gd name="connsiteX2" fmla="*/ 5364163 w 5364163"/>
              <a:gd name="connsiteY2" fmla="*/ 4059982 h 4067025"/>
              <a:gd name="connsiteX3" fmla="*/ 965200 w 5364163"/>
              <a:gd name="connsiteY3" fmla="*/ 4059982 h 4067025"/>
              <a:gd name="connsiteX4" fmla="*/ 0 w 5364163"/>
              <a:gd name="connsiteY4" fmla="*/ 4067025 h 4067025"/>
              <a:gd name="connsiteX0" fmla="*/ 0 w 7331859"/>
              <a:gd name="connsiteY0" fmla="*/ 4067025 h 4067025"/>
              <a:gd name="connsiteX1" fmla="*/ 3493635 w 7331859"/>
              <a:gd name="connsiteY1" fmla="*/ 0 h 4067025"/>
              <a:gd name="connsiteX2" fmla="*/ 7331859 w 7331859"/>
              <a:gd name="connsiteY2" fmla="*/ 4059982 h 4067025"/>
              <a:gd name="connsiteX3" fmla="*/ 965200 w 7331859"/>
              <a:gd name="connsiteY3" fmla="*/ 4059982 h 4067025"/>
              <a:gd name="connsiteX4" fmla="*/ 0 w 7331859"/>
              <a:gd name="connsiteY4" fmla="*/ 4067025 h 4067025"/>
              <a:gd name="connsiteX0" fmla="*/ 0 w 7644375"/>
              <a:gd name="connsiteY0" fmla="*/ 4067025 h 4067025"/>
              <a:gd name="connsiteX1" fmla="*/ 3493635 w 7644375"/>
              <a:gd name="connsiteY1" fmla="*/ 0 h 4067025"/>
              <a:gd name="connsiteX2" fmla="*/ 7644375 w 7644375"/>
              <a:gd name="connsiteY2" fmla="*/ 4025258 h 4067025"/>
              <a:gd name="connsiteX3" fmla="*/ 965200 w 7644375"/>
              <a:gd name="connsiteY3" fmla="*/ 4059982 h 4067025"/>
              <a:gd name="connsiteX4" fmla="*/ 0 w 7644375"/>
              <a:gd name="connsiteY4" fmla="*/ 4067025 h 4067025"/>
              <a:gd name="connsiteX0" fmla="*/ 0 w 7667525"/>
              <a:gd name="connsiteY0" fmla="*/ 4067025 h 4067025"/>
              <a:gd name="connsiteX1" fmla="*/ 3493635 w 7667525"/>
              <a:gd name="connsiteY1" fmla="*/ 0 h 4067025"/>
              <a:gd name="connsiteX2" fmla="*/ 7667525 w 7667525"/>
              <a:gd name="connsiteY2" fmla="*/ 4048407 h 4067025"/>
              <a:gd name="connsiteX3" fmla="*/ 965200 w 7667525"/>
              <a:gd name="connsiteY3" fmla="*/ 4059982 h 4067025"/>
              <a:gd name="connsiteX4" fmla="*/ 0 w 7667525"/>
              <a:gd name="connsiteY4" fmla="*/ 4067025 h 4067025"/>
              <a:gd name="connsiteX0" fmla="*/ 0 w 7841146"/>
              <a:gd name="connsiteY0" fmla="*/ 4090175 h 4090175"/>
              <a:gd name="connsiteX1" fmla="*/ 3667256 w 7841146"/>
              <a:gd name="connsiteY1" fmla="*/ 0 h 4090175"/>
              <a:gd name="connsiteX2" fmla="*/ 7841146 w 7841146"/>
              <a:gd name="connsiteY2" fmla="*/ 4048407 h 4090175"/>
              <a:gd name="connsiteX3" fmla="*/ 1138821 w 7841146"/>
              <a:gd name="connsiteY3" fmla="*/ 4059982 h 4090175"/>
              <a:gd name="connsiteX4" fmla="*/ 0 w 7841146"/>
              <a:gd name="connsiteY4" fmla="*/ 4090175 h 4090175"/>
              <a:gd name="connsiteX0" fmla="*/ 0 w 7945318"/>
              <a:gd name="connsiteY0" fmla="*/ 4090175 h 4090175"/>
              <a:gd name="connsiteX1" fmla="*/ 3771428 w 7945318"/>
              <a:gd name="connsiteY1" fmla="*/ 0 h 4090175"/>
              <a:gd name="connsiteX2" fmla="*/ 7945318 w 7945318"/>
              <a:gd name="connsiteY2" fmla="*/ 4048407 h 4090175"/>
              <a:gd name="connsiteX3" fmla="*/ 1242993 w 7945318"/>
              <a:gd name="connsiteY3" fmla="*/ 4059982 h 4090175"/>
              <a:gd name="connsiteX4" fmla="*/ 0 w 7945318"/>
              <a:gd name="connsiteY4" fmla="*/ 4090175 h 4090175"/>
              <a:gd name="connsiteX0" fmla="*/ 0 w 7945318"/>
              <a:gd name="connsiteY0" fmla="*/ 4086365 h 4086365"/>
              <a:gd name="connsiteX1" fmla="*/ 3801908 w 7945318"/>
              <a:gd name="connsiteY1" fmla="*/ 0 h 4086365"/>
              <a:gd name="connsiteX2" fmla="*/ 7945318 w 7945318"/>
              <a:gd name="connsiteY2" fmla="*/ 4044597 h 4086365"/>
              <a:gd name="connsiteX3" fmla="*/ 1242993 w 7945318"/>
              <a:gd name="connsiteY3" fmla="*/ 4056172 h 4086365"/>
              <a:gd name="connsiteX4" fmla="*/ 0 w 7945318"/>
              <a:gd name="connsiteY4" fmla="*/ 4086365 h 4086365"/>
              <a:gd name="connsiteX0" fmla="*/ 0 w 8151058"/>
              <a:gd name="connsiteY0" fmla="*/ 4086365 h 4086365"/>
              <a:gd name="connsiteX1" fmla="*/ 4007648 w 8151058"/>
              <a:gd name="connsiteY1" fmla="*/ 0 h 4086365"/>
              <a:gd name="connsiteX2" fmla="*/ 8151058 w 8151058"/>
              <a:gd name="connsiteY2" fmla="*/ 4044597 h 4086365"/>
              <a:gd name="connsiteX3" fmla="*/ 1448733 w 8151058"/>
              <a:gd name="connsiteY3" fmla="*/ 4056172 h 4086365"/>
              <a:gd name="connsiteX4" fmla="*/ 0 w 8151058"/>
              <a:gd name="connsiteY4" fmla="*/ 4086365 h 4086365"/>
              <a:gd name="connsiteX0" fmla="*/ 0 w 8219638"/>
              <a:gd name="connsiteY0" fmla="*/ 4086365 h 4113177"/>
              <a:gd name="connsiteX1" fmla="*/ 4007648 w 8219638"/>
              <a:gd name="connsiteY1" fmla="*/ 0 h 4113177"/>
              <a:gd name="connsiteX2" fmla="*/ 8219638 w 8219638"/>
              <a:gd name="connsiteY2" fmla="*/ 4113177 h 4113177"/>
              <a:gd name="connsiteX3" fmla="*/ 1448733 w 8219638"/>
              <a:gd name="connsiteY3" fmla="*/ 4056172 h 4113177"/>
              <a:gd name="connsiteX4" fmla="*/ 0 w 8219638"/>
              <a:gd name="connsiteY4" fmla="*/ 4086365 h 4113177"/>
              <a:gd name="connsiteX0" fmla="*/ 0 w 8219638"/>
              <a:gd name="connsiteY0" fmla="*/ 4086365 h 4113177"/>
              <a:gd name="connsiteX1" fmla="*/ 4007648 w 8219638"/>
              <a:gd name="connsiteY1" fmla="*/ 0 h 4113177"/>
              <a:gd name="connsiteX2" fmla="*/ 8219638 w 8219638"/>
              <a:gd name="connsiteY2" fmla="*/ 4113177 h 4113177"/>
              <a:gd name="connsiteX3" fmla="*/ 5594013 w 8219638"/>
              <a:gd name="connsiteY3" fmla="*/ 4086652 h 4113177"/>
              <a:gd name="connsiteX4" fmla="*/ 0 w 8219638"/>
              <a:gd name="connsiteY4" fmla="*/ 4086365 h 4113177"/>
              <a:gd name="connsiteX0" fmla="*/ 0 w 5674558"/>
              <a:gd name="connsiteY0" fmla="*/ 4086365 h 4086652"/>
              <a:gd name="connsiteX1" fmla="*/ 4007648 w 5674558"/>
              <a:gd name="connsiteY1" fmla="*/ 0 h 4086652"/>
              <a:gd name="connsiteX2" fmla="*/ 5674558 w 5674558"/>
              <a:gd name="connsiteY2" fmla="*/ 1621437 h 4086652"/>
              <a:gd name="connsiteX3" fmla="*/ 5594013 w 5674558"/>
              <a:gd name="connsiteY3" fmla="*/ 4086652 h 4086652"/>
              <a:gd name="connsiteX4" fmla="*/ 0 w 5674558"/>
              <a:gd name="connsiteY4" fmla="*/ 4086365 h 4086652"/>
              <a:gd name="connsiteX0" fmla="*/ 0 w 5674558"/>
              <a:gd name="connsiteY0" fmla="*/ 4086365 h 4086652"/>
              <a:gd name="connsiteX1" fmla="*/ 4007648 w 5674558"/>
              <a:gd name="connsiteY1" fmla="*/ 0 h 4086652"/>
              <a:gd name="connsiteX2" fmla="*/ 5674558 w 5674558"/>
              <a:gd name="connsiteY2" fmla="*/ 1621437 h 4086652"/>
              <a:gd name="connsiteX3" fmla="*/ 5639733 w 5674558"/>
              <a:gd name="connsiteY3" fmla="*/ 4086652 h 4086652"/>
              <a:gd name="connsiteX4" fmla="*/ 0 w 5674558"/>
              <a:gd name="connsiteY4" fmla="*/ 4086365 h 4086652"/>
              <a:gd name="connsiteX0" fmla="*/ 0 w 5758378"/>
              <a:gd name="connsiteY0" fmla="*/ 4078745 h 4086652"/>
              <a:gd name="connsiteX1" fmla="*/ 4091468 w 5758378"/>
              <a:gd name="connsiteY1" fmla="*/ 0 h 4086652"/>
              <a:gd name="connsiteX2" fmla="*/ 5758378 w 5758378"/>
              <a:gd name="connsiteY2" fmla="*/ 1621437 h 4086652"/>
              <a:gd name="connsiteX3" fmla="*/ 5723553 w 5758378"/>
              <a:gd name="connsiteY3" fmla="*/ 4086652 h 4086652"/>
              <a:gd name="connsiteX4" fmla="*/ 0 w 5758378"/>
              <a:gd name="connsiteY4" fmla="*/ 4078745 h 4086652"/>
              <a:gd name="connsiteX0" fmla="*/ 0 w 5761653"/>
              <a:gd name="connsiteY0" fmla="*/ 4078745 h 4079032"/>
              <a:gd name="connsiteX1" fmla="*/ 4091468 w 5761653"/>
              <a:gd name="connsiteY1" fmla="*/ 0 h 4079032"/>
              <a:gd name="connsiteX2" fmla="*/ 5758378 w 5761653"/>
              <a:gd name="connsiteY2" fmla="*/ 1621437 h 4079032"/>
              <a:gd name="connsiteX3" fmla="*/ 5761653 w 5761653"/>
              <a:gd name="connsiteY3" fmla="*/ 4079032 h 4079032"/>
              <a:gd name="connsiteX4" fmla="*/ 0 w 5761653"/>
              <a:gd name="connsiteY4" fmla="*/ 4078745 h 4079032"/>
              <a:gd name="connsiteX0" fmla="*/ 0 w 9185078"/>
              <a:gd name="connsiteY0" fmla="*/ 4045291 h 4079032"/>
              <a:gd name="connsiteX1" fmla="*/ 7514893 w 9185078"/>
              <a:gd name="connsiteY1" fmla="*/ 0 h 4079032"/>
              <a:gd name="connsiteX2" fmla="*/ 9181803 w 9185078"/>
              <a:gd name="connsiteY2" fmla="*/ 1621437 h 4079032"/>
              <a:gd name="connsiteX3" fmla="*/ 9185078 w 9185078"/>
              <a:gd name="connsiteY3" fmla="*/ 4079032 h 4079032"/>
              <a:gd name="connsiteX4" fmla="*/ 0 w 9185078"/>
              <a:gd name="connsiteY4" fmla="*/ 4045291 h 4079032"/>
              <a:gd name="connsiteX0" fmla="*/ 0 w 9185078"/>
              <a:gd name="connsiteY0" fmla="*/ 7011516 h 7045257"/>
              <a:gd name="connsiteX1" fmla="*/ 7001937 w 9185078"/>
              <a:gd name="connsiteY1" fmla="*/ 0 h 7045257"/>
              <a:gd name="connsiteX2" fmla="*/ 9181803 w 9185078"/>
              <a:gd name="connsiteY2" fmla="*/ 4587662 h 7045257"/>
              <a:gd name="connsiteX3" fmla="*/ 9185078 w 9185078"/>
              <a:gd name="connsiteY3" fmla="*/ 7045257 h 7045257"/>
              <a:gd name="connsiteX4" fmla="*/ 0 w 9185078"/>
              <a:gd name="connsiteY4" fmla="*/ 7011516 h 7045257"/>
              <a:gd name="connsiteX0" fmla="*/ 0 w 9185078"/>
              <a:gd name="connsiteY0" fmla="*/ 7011516 h 7045257"/>
              <a:gd name="connsiteX1" fmla="*/ 7001937 w 9185078"/>
              <a:gd name="connsiteY1" fmla="*/ 0 h 7045257"/>
              <a:gd name="connsiteX2" fmla="*/ 9159500 w 9185078"/>
              <a:gd name="connsiteY2" fmla="*/ 60267 h 7045257"/>
              <a:gd name="connsiteX3" fmla="*/ 9185078 w 9185078"/>
              <a:gd name="connsiteY3" fmla="*/ 7045257 h 7045257"/>
              <a:gd name="connsiteX4" fmla="*/ 0 w 9185078"/>
              <a:gd name="connsiteY4" fmla="*/ 7011516 h 7045257"/>
              <a:gd name="connsiteX0" fmla="*/ 0 w 9185078"/>
              <a:gd name="connsiteY0" fmla="*/ 6951249 h 6984990"/>
              <a:gd name="connsiteX1" fmla="*/ 7001937 w 9185078"/>
              <a:gd name="connsiteY1" fmla="*/ 6641 h 6984990"/>
              <a:gd name="connsiteX2" fmla="*/ 9159500 w 9185078"/>
              <a:gd name="connsiteY2" fmla="*/ 0 h 6984990"/>
              <a:gd name="connsiteX3" fmla="*/ 9185078 w 9185078"/>
              <a:gd name="connsiteY3" fmla="*/ 6984990 h 6984990"/>
              <a:gd name="connsiteX4" fmla="*/ 0 w 9185078"/>
              <a:gd name="connsiteY4" fmla="*/ 6951249 h 6984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5078" h="6984990">
                <a:moveTo>
                  <a:pt x="0" y="6951249"/>
                </a:moveTo>
                <a:lnTo>
                  <a:pt x="7001937" y="6641"/>
                </a:lnTo>
                <a:lnTo>
                  <a:pt x="9159500" y="0"/>
                </a:lnTo>
                <a:cubicBezTo>
                  <a:pt x="9160592" y="819198"/>
                  <a:pt x="9183986" y="6165792"/>
                  <a:pt x="9185078" y="6984990"/>
                </a:cubicBezTo>
                <a:lnTo>
                  <a:pt x="0" y="69512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746117" y="3969038"/>
            <a:ext cx="5751763" cy="75565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37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1337"/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1337"/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marL="0" indent="0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marL="0" indent="0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02DF22E-D14B-4C80-A570-8803A7D5929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069" y="651851"/>
            <a:ext cx="3065759" cy="571703"/>
          </a:xfrm>
          <a:prstGeom prst="rect">
            <a:avLst/>
          </a:prstGeom>
        </p:spPr>
      </p:pic>
      <p:sp>
        <p:nvSpPr>
          <p:cNvPr id="7" name="Title Placeholder 2">
            <a:extLst>
              <a:ext uri="{FF2B5EF4-FFF2-40B4-BE49-F238E27FC236}">
                <a16:creationId xmlns:a16="http://schemas.microsoft.com/office/drawing/2014/main" id="{829D3FD4-FE16-4248-8580-CACC73BC5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117" y="2651760"/>
            <a:ext cx="5961888" cy="20116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Date Placeholder 8">
            <a:extLst>
              <a:ext uri="{FF2B5EF4-FFF2-40B4-BE49-F238E27FC236}">
                <a16:creationId xmlns:a16="http://schemas.microsoft.com/office/drawing/2014/main" id="{3FFF4CED-FA4B-43D3-A4CC-0B36F990E39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45612" y="5486403"/>
            <a:ext cx="2534429" cy="365125"/>
          </a:xfrm>
        </p:spPr>
        <p:txBody>
          <a:bodyPr lIns="0" tIns="0" rIns="0" bIns="0" anchor="b" anchorCtr="0"/>
          <a:lstStyle>
            <a:lvl1pPr>
              <a:defRPr lang="en-US" sz="1045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30E404E7-B8F2-4E70-99AD-8E8EFF2A09DF}" type="datetime1">
              <a:rPr lang="en-US" smtClean="0"/>
              <a:t>20-Dec-24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E27641-7626-4E9F-9B05-F82288D6826F}"/>
              </a:ext>
            </a:extLst>
          </p:cNvPr>
          <p:cNvSpPr txBox="1"/>
          <p:nvPr userDrawn="1"/>
        </p:nvSpPr>
        <p:spPr>
          <a:xfrm>
            <a:off x="741940" y="6206152"/>
            <a:ext cx="2534429" cy="57565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3395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97" dirty="0"/>
              <a:t>This document and all information herein are confidential, and may not be used, reproduced </a:t>
            </a:r>
            <a:br>
              <a:rPr lang="en-US" sz="597" dirty="0"/>
            </a:br>
            <a:r>
              <a:rPr lang="en-US" sz="597" dirty="0"/>
              <a:t>or distributed without prior authorization of TechnipFMC.</a:t>
            </a:r>
          </a:p>
        </p:txBody>
      </p:sp>
    </p:spTree>
    <p:extLst>
      <p:ext uri="{BB962C8B-B14F-4D97-AF65-F5344CB8AC3E}">
        <p14:creationId xmlns:p14="http://schemas.microsoft.com/office/powerpoint/2010/main" val="41646454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no photo">
    <p:bg bwMode="ltGray"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745611" y="3968496"/>
            <a:ext cx="5751763" cy="75565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43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1343"/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1343"/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marL="0" indent="0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marL="0" indent="0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4"/>
          </p:nvPr>
        </p:nvSpPr>
        <p:spPr>
          <a:xfrm>
            <a:off x="745612" y="5949287"/>
            <a:ext cx="2534429" cy="365125"/>
          </a:xfrm>
        </p:spPr>
        <p:txBody>
          <a:bodyPr lIns="0" tIns="0" rIns="0" bIns="0" anchor="b" anchorCtr="0"/>
          <a:lstStyle>
            <a:lvl1pPr>
              <a:defRPr lang="en-US" sz="1045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30E404E7-B8F2-4E70-99AD-8E8EFF2A09DF}" type="datetime1">
              <a:rPr lang="en-US" smtClean="0"/>
              <a:t>20-Dec-24</a:t>
            </a:fld>
            <a:endParaRPr lang="en-US" dirty="0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745612" y="2651767"/>
            <a:ext cx="5753117" cy="1307465"/>
          </a:xfrm>
        </p:spPr>
        <p:txBody>
          <a:bodyPr/>
          <a:lstStyle>
            <a:lvl1pPr>
              <a:lnSpc>
                <a:spcPts val="2388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139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no photo/with disclaimer">
    <p:bg bwMode="ltGray"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745611" y="3968496"/>
            <a:ext cx="5751763" cy="75565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37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1337"/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1337"/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marL="0" indent="0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marL="0" indent="0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745612" y="2651769"/>
            <a:ext cx="5753117" cy="1307465"/>
          </a:xfrm>
        </p:spPr>
        <p:txBody>
          <a:bodyPr/>
          <a:lstStyle>
            <a:lvl1pPr>
              <a:lnSpc>
                <a:spcPts val="2376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745612" y="6400800"/>
            <a:ext cx="3833891" cy="381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3395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72" dirty="0"/>
              <a:t>This document and all information herein are confidential, and may not be used, reproduced or distributed without prior authorization of TechnipFMC.</a:t>
            </a:r>
          </a:p>
        </p:txBody>
      </p:sp>
    </p:spTree>
    <p:extLst>
      <p:ext uri="{BB962C8B-B14F-4D97-AF65-F5344CB8AC3E}">
        <p14:creationId xmlns:p14="http://schemas.microsoft.com/office/powerpoint/2010/main" val="2122777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8"/>
          <p:cNvSpPr>
            <a:spLocks noGrp="1"/>
          </p:cNvSpPr>
          <p:nvPr>
            <p:ph type="title" hasCustomPrompt="1"/>
          </p:nvPr>
        </p:nvSpPr>
        <p:spPr>
          <a:xfrm>
            <a:off x="658631" y="2231346"/>
            <a:ext cx="5800725" cy="916588"/>
          </a:xfrm>
          <a:prstGeom prst="rect">
            <a:avLst/>
          </a:prstGeom>
        </p:spPr>
        <p:txBody>
          <a:bodyPr/>
          <a:lstStyle>
            <a:lvl1pPr>
              <a:lnSpc>
                <a:spcPts val="2612"/>
              </a:lnSpc>
              <a:defRPr sz="2388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0" hasCustomPrompt="1"/>
          </p:nvPr>
        </p:nvSpPr>
        <p:spPr>
          <a:xfrm>
            <a:off x="658631" y="3498667"/>
            <a:ext cx="5800725" cy="5302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43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 (18pt)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622" y="4432091"/>
            <a:ext cx="2579247" cy="2373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96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Date (12pt)</a:t>
            </a:r>
          </a:p>
        </p:txBody>
      </p:sp>
    </p:spTree>
    <p:extLst>
      <p:ext uri="{BB962C8B-B14F-4D97-AF65-F5344CB8AC3E}">
        <p14:creationId xmlns:p14="http://schemas.microsoft.com/office/powerpoint/2010/main" val="8000565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605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533402" y="1521173"/>
            <a:ext cx="2866541" cy="277505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4662731" y="1521173"/>
            <a:ext cx="2866541" cy="277505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8792060" y="1525792"/>
            <a:ext cx="2866541" cy="277505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533402" y="4425696"/>
            <a:ext cx="2867025" cy="1708404"/>
          </a:xfrm>
          <a:prstGeom prst="rect">
            <a:avLst/>
          </a:prstGeom>
        </p:spPr>
        <p:txBody>
          <a:bodyPr/>
          <a:lstStyle>
            <a:lvl1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  <a:defRPr sz="1493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93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493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93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93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1493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1493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1493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1493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4662490" y="4460812"/>
            <a:ext cx="2867025" cy="1708404"/>
          </a:xfrm>
          <a:prstGeom prst="rect">
            <a:avLst/>
          </a:prstGeom>
        </p:spPr>
        <p:txBody>
          <a:bodyPr/>
          <a:lstStyle>
            <a:lvl1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  <a:defRPr sz="1493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93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493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93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93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1493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1493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1493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1493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8791577" y="4460812"/>
            <a:ext cx="2867025" cy="1708404"/>
          </a:xfrm>
          <a:prstGeom prst="rect">
            <a:avLst/>
          </a:prstGeom>
        </p:spPr>
        <p:txBody>
          <a:bodyPr/>
          <a:lstStyle>
            <a:lvl1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  <a:defRPr sz="1493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93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493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93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93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1493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1493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1493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1493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533400" y="137267"/>
            <a:ext cx="11125200" cy="9018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10805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536840" y="1509719"/>
            <a:ext cx="11118952" cy="4753927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554566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ke 5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536840" y="1509719"/>
            <a:ext cx="11118952" cy="4753927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485660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>
          <a:xfrm>
            <a:off x="536840" y="1509714"/>
            <a:ext cx="5441189" cy="4752975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quarter" idx="13"/>
          </p:nvPr>
        </p:nvSpPr>
        <p:spPr>
          <a:xfrm>
            <a:off x="6214288" y="1509712"/>
            <a:ext cx="5441189" cy="4752976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114742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536840" y="1509712"/>
            <a:ext cx="3548603" cy="475392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1"/>
          </p:nvPr>
        </p:nvSpPr>
        <p:spPr>
          <a:xfrm>
            <a:off x="4321699" y="1509712"/>
            <a:ext cx="3548603" cy="475392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quarter" idx="12"/>
          </p:nvPr>
        </p:nvSpPr>
        <p:spPr>
          <a:xfrm>
            <a:off x="8105359" y="1509719"/>
            <a:ext cx="3548603" cy="4753927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760427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st column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536841" y="1509719"/>
            <a:ext cx="7333777" cy="4753927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5"/>
          <p:cNvSpPr>
            <a:spLocks noGrp="1"/>
          </p:cNvSpPr>
          <p:nvPr>
            <p:ph sz="quarter" idx="11"/>
          </p:nvPr>
        </p:nvSpPr>
        <p:spPr>
          <a:xfrm>
            <a:off x="8106875" y="1509712"/>
            <a:ext cx="3548603" cy="475392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74987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st column n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5"/>
          <p:cNvSpPr>
            <a:spLocks noGrp="1"/>
          </p:cNvSpPr>
          <p:nvPr>
            <p:ph sz="quarter" idx="11"/>
          </p:nvPr>
        </p:nvSpPr>
        <p:spPr>
          <a:xfrm>
            <a:off x="536840" y="1509719"/>
            <a:ext cx="3548603" cy="4753927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5"/>
          <p:cNvSpPr>
            <a:spLocks noGrp="1"/>
          </p:cNvSpPr>
          <p:nvPr>
            <p:ph sz="quarter" idx="12"/>
          </p:nvPr>
        </p:nvSpPr>
        <p:spPr>
          <a:xfrm>
            <a:off x="4321701" y="1509712"/>
            <a:ext cx="7333777" cy="475392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7591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405364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 and text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536840" y="1509713"/>
            <a:ext cx="3548603" cy="2286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4321699" y="1509713"/>
            <a:ext cx="3548603" cy="2286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8106875" y="1509713"/>
            <a:ext cx="3548603" cy="2286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6"/>
          </p:nvPr>
        </p:nvSpPr>
        <p:spPr>
          <a:xfrm>
            <a:off x="536840" y="3976688"/>
            <a:ext cx="3548603" cy="2286000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9"/>
          <p:cNvSpPr>
            <a:spLocks noGrp="1"/>
          </p:cNvSpPr>
          <p:nvPr>
            <p:ph sz="quarter" idx="17"/>
          </p:nvPr>
        </p:nvSpPr>
        <p:spPr>
          <a:xfrm>
            <a:off x="4321699" y="3976688"/>
            <a:ext cx="3548603" cy="2286000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9"/>
          <p:cNvSpPr>
            <a:spLocks noGrp="1"/>
          </p:cNvSpPr>
          <p:nvPr>
            <p:ph sz="quarter" idx="18"/>
          </p:nvPr>
        </p:nvSpPr>
        <p:spPr>
          <a:xfrm>
            <a:off x="8106875" y="3976688"/>
            <a:ext cx="3548603" cy="2286000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54945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533402" y="1521173"/>
            <a:ext cx="2866541" cy="277505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4662731" y="1521173"/>
            <a:ext cx="2866541" cy="277505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8792060" y="1525792"/>
            <a:ext cx="2866541" cy="277505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533402" y="4425696"/>
            <a:ext cx="2867025" cy="1708404"/>
          </a:xfrm>
          <a:prstGeom prst="rect">
            <a:avLst/>
          </a:prstGeom>
        </p:spPr>
        <p:txBody>
          <a:bodyPr/>
          <a:lstStyle>
            <a:lvl1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  <a:defRPr sz="1493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93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493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93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93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1493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1493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1493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1493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4662490" y="4460812"/>
            <a:ext cx="2867025" cy="1708404"/>
          </a:xfrm>
          <a:prstGeom prst="rect">
            <a:avLst/>
          </a:prstGeom>
        </p:spPr>
        <p:txBody>
          <a:bodyPr/>
          <a:lstStyle>
            <a:lvl1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  <a:defRPr sz="1493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93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493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93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93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1493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1493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1493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1493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8791577" y="4460812"/>
            <a:ext cx="2867025" cy="1708404"/>
          </a:xfrm>
          <a:prstGeom prst="rect">
            <a:avLst/>
          </a:prstGeom>
        </p:spPr>
        <p:txBody>
          <a:bodyPr/>
          <a:lstStyle>
            <a:lvl1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  <a:defRPr sz="1493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93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493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93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93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1493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1493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1493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1493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533400" y="137267"/>
            <a:ext cx="11125200" cy="9018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75627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gra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36841" y="996696"/>
            <a:ext cx="7333777" cy="89916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r>
              <a:rPr lang="en-US" dirty="0"/>
              <a:t>second line here</a:t>
            </a:r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10072571" y="6259516"/>
            <a:ext cx="1587500" cy="34747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1B427C5-C2E3-4C10-899D-ACC0DA09E6A6}" type="slidenum">
              <a:rPr lang="en-US" sz="672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672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36841" y="2209800"/>
            <a:ext cx="7333777" cy="1435100"/>
          </a:xfrm>
          <a:prstGeom prst="rect">
            <a:avLst/>
          </a:prstGeom>
        </p:spPr>
        <p:txBody>
          <a:bodyPr lIns="0" tIns="0" rIns="0" bIns="0"/>
          <a:lstStyle>
            <a:lvl1pPr>
              <a:defRPr sz="1343" b="0">
                <a:solidFill>
                  <a:schemeClr val="bg1"/>
                </a:solidFill>
              </a:defRPr>
            </a:lvl1pPr>
            <a:lvl2pPr>
              <a:defRPr sz="1343">
                <a:solidFill>
                  <a:schemeClr val="bg1"/>
                </a:solidFill>
              </a:defRPr>
            </a:lvl2pPr>
            <a:lvl3pPr marL="0" indent="0">
              <a:buNone/>
              <a:defRPr sz="1343">
                <a:solidFill>
                  <a:schemeClr val="bg1"/>
                </a:solidFill>
              </a:defRPr>
            </a:lvl3pPr>
            <a:lvl4pPr marL="0" indent="0">
              <a:buNone/>
              <a:defRPr sz="1343">
                <a:solidFill>
                  <a:schemeClr val="bg1"/>
                </a:solidFill>
              </a:defRPr>
            </a:lvl4pPr>
            <a:lvl5pPr marL="0" indent="0">
              <a:buNone/>
              <a:defRPr sz="1343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448"/>
              </a:spcAft>
              <a:buNone/>
              <a:defRPr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014707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re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10072571" y="6259516"/>
            <a:ext cx="1587500" cy="34747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1B427C5-C2E3-4C10-899D-ACC0DA09E6A6}" type="slidenum">
              <a:rPr lang="en-US" sz="672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672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536841" y="996696"/>
            <a:ext cx="7333777" cy="89916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r>
              <a:rPr lang="en-US" dirty="0"/>
              <a:t>second line here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36841" y="2209800"/>
            <a:ext cx="7333777" cy="1435100"/>
          </a:xfrm>
          <a:prstGeom prst="rect">
            <a:avLst/>
          </a:prstGeom>
        </p:spPr>
        <p:txBody>
          <a:bodyPr lIns="0" tIns="0" rIns="0" bIns="0"/>
          <a:lstStyle>
            <a:lvl1pPr>
              <a:defRPr sz="1343" b="0">
                <a:solidFill>
                  <a:schemeClr val="bg1"/>
                </a:solidFill>
              </a:defRPr>
            </a:lvl1pPr>
            <a:lvl2pPr>
              <a:defRPr sz="1343">
                <a:solidFill>
                  <a:schemeClr val="bg1"/>
                </a:solidFill>
              </a:defRPr>
            </a:lvl2pPr>
            <a:lvl3pPr marL="0" indent="0">
              <a:buNone/>
              <a:defRPr sz="1343">
                <a:solidFill>
                  <a:schemeClr val="bg1"/>
                </a:solidFill>
              </a:defRPr>
            </a:lvl3pPr>
            <a:lvl4pPr marL="0" indent="0">
              <a:buNone/>
              <a:defRPr sz="1343">
                <a:solidFill>
                  <a:schemeClr val="bg1"/>
                </a:solidFill>
              </a:defRPr>
            </a:lvl4pPr>
            <a:lvl5pPr marL="0" indent="0">
              <a:buNone/>
              <a:defRPr sz="1343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448"/>
              </a:spcAft>
              <a:buNone/>
              <a:defRPr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64304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10072571" y="6259516"/>
            <a:ext cx="1587500" cy="34747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1B427C5-C2E3-4C10-899D-ACC0DA09E6A6}" type="slidenum">
              <a:rPr lang="en-US" sz="672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672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536841" y="996696"/>
            <a:ext cx="7333777" cy="89916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r>
              <a:rPr lang="en-US" dirty="0"/>
              <a:t>second line here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36841" y="2209800"/>
            <a:ext cx="7333777" cy="1435100"/>
          </a:xfrm>
          <a:prstGeom prst="rect">
            <a:avLst/>
          </a:prstGeom>
        </p:spPr>
        <p:txBody>
          <a:bodyPr lIns="0" tIns="0" rIns="0" bIns="0"/>
          <a:lstStyle>
            <a:lvl1pPr>
              <a:defRPr sz="1343" b="0">
                <a:solidFill>
                  <a:schemeClr val="bg1"/>
                </a:solidFill>
              </a:defRPr>
            </a:lvl1pPr>
            <a:lvl2pPr>
              <a:defRPr sz="1343">
                <a:solidFill>
                  <a:schemeClr val="bg1"/>
                </a:solidFill>
              </a:defRPr>
            </a:lvl2pPr>
            <a:lvl3pPr marL="0" indent="0">
              <a:buNone/>
              <a:defRPr sz="1343">
                <a:solidFill>
                  <a:schemeClr val="bg1"/>
                </a:solidFill>
              </a:defRPr>
            </a:lvl3pPr>
            <a:lvl4pPr marL="0" indent="0">
              <a:buNone/>
              <a:defRPr sz="1343">
                <a:solidFill>
                  <a:schemeClr val="bg1"/>
                </a:solidFill>
              </a:defRPr>
            </a:lvl4pPr>
            <a:lvl5pPr marL="0" indent="0">
              <a:buNone/>
              <a:defRPr sz="1343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448"/>
              </a:spcAft>
              <a:buNone/>
              <a:defRPr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899702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purp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10072571" y="6259516"/>
            <a:ext cx="1587500" cy="34747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1B427C5-C2E3-4C10-899D-ACC0DA09E6A6}" type="slidenum">
              <a:rPr lang="en-US" sz="672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672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536841" y="996696"/>
            <a:ext cx="7333777" cy="89916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r>
              <a:rPr lang="en-US" dirty="0"/>
              <a:t>second line here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36841" y="2209800"/>
            <a:ext cx="7333777" cy="1435100"/>
          </a:xfrm>
          <a:prstGeom prst="rect">
            <a:avLst/>
          </a:prstGeom>
        </p:spPr>
        <p:txBody>
          <a:bodyPr lIns="0" tIns="0" rIns="0" bIns="0"/>
          <a:lstStyle>
            <a:lvl1pPr>
              <a:defRPr sz="1343" b="0">
                <a:solidFill>
                  <a:schemeClr val="bg1"/>
                </a:solidFill>
              </a:defRPr>
            </a:lvl1pPr>
            <a:lvl2pPr>
              <a:defRPr sz="1343">
                <a:solidFill>
                  <a:schemeClr val="bg1"/>
                </a:solidFill>
              </a:defRPr>
            </a:lvl2pPr>
            <a:lvl3pPr marL="0" indent="0">
              <a:buNone/>
              <a:defRPr sz="1343">
                <a:solidFill>
                  <a:schemeClr val="bg1"/>
                </a:solidFill>
              </a:defRPr>
            </a:lvl3pPr>
            <a:lvl4pPr marL="0" indent="0">
              <a:buNone/>
              <a:defRPr sz="1343">
                <a:solidFill>
                  <a:schemeClr val="bg1"/>
                </a:solidFill>
              </a:defRPr>
            </a:lvl4pPr>
            <a:lvl5pPr marL="0" indent="0">
              <a:buNone/>
              <a:defRPr sz="1343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448"/>
              </a:spcAft>
              <a:buNone/>
              <a:defRPr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305526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(timelin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10072571" y="6259516"/>
            <a:ext cx="1587500" cy="34747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1B427C5-C2E3-4C10-899D-ACC0DA09E6A6}" type="slidenum">
              <a:rPr lang="en-US" sz="672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672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36840" y="1509720"/>
            <a:ext cx="5441189" cy="2909887"/>
          </a:xfrm>
          <a:prstGeom prst="rect">
            <a:avLst/>
          </a:prstGeom>
        </p:spPr>
        <p:txBody>
          <a:bodyPr lIns="0" tIns="0" rIns="0" bIns="0"/>
          <a:lstStyle>
            <a:lvl1pPr marL="614182" indent="-614182">
              <a:spcAft>
                <a:spcPts val="0"/>
              </a:spcAft>
              <a:buFontTx/>
              <a:buNone/>
              <a:defRPr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214288" y="1509713"/>
            <a:ext cx="5441189" cy="4749800"/>
          </a:xfrm>
          <a:prstGeom prst="rect">
            <a:avLst/>
          </a:prstGeom>
        </p:spPr>
        <p:txBody>
          <a:bodyPr lIns="0" tIns="0" rIns="0" bIns="0"/>
          <a:lstStyle>
            <a:lvl1pPr marL="682424" indent="-682424">
              <a:spcAft>
                <a:spcPts val="0"/>
              </a:spcAft>
              <a:defRPr lang="en-US" sz="1493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0836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(standard) 2 colum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10072571" y="6259516"/>
            <a:ext cx="1587500" cy="34747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1B427C5-C2E3-4C10-899D-ACC0DA09E6A6}" type="slidenum">
              <a:rPr lang="en-US" sz="672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672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536840" y="1509713"/>
            <a:ext cx="5441189" cy="2907792"/>
          </a:xfrm>
          <a:prstGeom prst="rect">
            <a:avLst/>
          </a:prstGeom>
        </p:spPr>
        <p:txBody>
          <a:bodyPr lIns="0" tIns="0" rIns="0" bIns="0"/>
          <a:lstStyle>
            <a:lvl1pPr marL="272969" indent="-272969">
              <a:spcAft>
                <a:spcPts val="448"/>
              </a:spcAft>
              <a:buFont typeface="+mj-lt"/>
              <a:buAutoNum type="arabicPeriod"/>
              <a:defRPr/>
            </a:lvl1pPr>
            <a:lvl2pPr marL="545939" indent="-272969">
              <a:spcAft>
                <a:spcPts val="448"/>
              </a:spcAft>
              <a:buFont typeface="+mj-lt"/>
              <a:buAutoNum type="alphaLcParenR"/>
              <a:defRPr/>
            </a:lvl2pPr>
            <a:lvl3pPr marL="818908" indent="-272969">
              <a:spcAft>
                <a:spcPts val="448"/>
              </a:spcAft>
              <a:buFont typeface="+mj-lt"/>
              <a:buAutoNum type="romanLcPeriod"/>
              <a:defRPr/>
            </a:lvl3pPr>
            <a:lvl4pPr marL="818908" indent="-272969">
              <a:spcAft>
                <a:spcPts val="448"/>
              </a:spcAft>
              <a:buFont typeface="+mj-lt"/>
              <a:buAutoNum type="romanLcPeriod"/>
              <a:defRPr/>
            </a:lvl4pPr>
            <a:lvl5pPr marL="818908" indent="-272969">
              <a:spcAft>
                <a:spcPts val="448"/>
              </a:spcAft>
              <a:buFont typeface="+mj-lt"/>
              <a:buAutoNum type="romanLcPeriod"/>
              <a:defRPr/>
            </a:lvl5pPr>
            <a:lvl6pPr marL="818908" indent="-272969">
              <a:spcAft>
                <a:spcPts val="448"/>
              </a:spcAft>
              <a:buFont typeface="+mj-lt"/>
              <a:buAutoNum type="romanLcPeriod"/>
              <a:defRPr/>
            </a:lvl6pPr>
            <a:lvl7pPr marL="818908" indent="-272969">
              <a:spcAft>
                <a:spcPts val="448"/>
              </a:spcAft>
              <a:buFont typeface="+mj-lt"/>
              <a:buAutoNum type="romanLcPeriod"/>
              <a:defRPr/>
            </a:lvl7pPr>
            <a:lvl8pPr marL="818908" indent="-272969">
              <a:spcAft>
                <a:spcPts val="448"/>
              </a:spcAft>
              <a:buFont typeface="+mj-lt"/>
              <a:buAutoNum type="romanLcPeriod"/>
              <a:defRPr/>
            </a:lvl8pPr>
            <a:lvl9pPr marL="818908" indent="-272969">
              <a:spcAft>
                <a:spcPts val="448"/>
              </a:spcAft>
              <a:buFont typeface="+mj-lt"/>
              <a:buAutoNum type="romanLcPeriod"/>
              <a:defRPr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0"/>
            <a:r>
              <a:rPr lang="en-US" dirty="0"/>
              <a:t>First level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6214288" y="1509713"/>
            <a:ext cx="5441189" cy="4745736"/>
          </a:xfrm>
          <a:prstGeom prst="rect">
            <a:avLst/>
          </a:prstGeom>
        </p:spPr>
        <p:txBody>
          <a:bodyPr lIns="0" tIns="0" rIns="0" bIns="0"/>
          <a:lstStyle>
            <a:lvl1pPr marL="272969" indent="-272969">
              <a:spcAft>
                <a:spcPts val="448"/>
              </a:spcAft>
              <a:buFont typeface="+mj-lt"/>
              <a:buAutoNum type="arabicPeriod"/>
              <a:defRPr/>
            </a:lvl1pPr>
            <a:lvl2pPr marL="545939" indent="-272969">
              <a:spcAft>
                <a:spcPts val="448"/>
              </a:spcAft>
              <a:buFont typeface="+mj-lt"/>
              <a:buAutoNum type="alphaLcParenR"/>
              <a:defRPr/>
            </a:lvl2pPr>
            <a:lvl3pPr marL="818908" indent="-272969">
              <a:spcAft>
                <a:spcPts val="448"/>
              </a:spcAft>
              <a:buFont typeface="+mj-lt"/>
              <a:buAutoNum type="romanLcPeriod"/>
              <a:defRPr/>
            </a:lvl3pPr>
            <a:lvl4pPr marL="818908" indent="-272969">
              <a:spcAft>
                <a:spcPts val="448"/>
              </a:spcAft>
              <a:buFont typeface="+mj-lt"/>
              <a:buAutoNum type="romanLcPeriod"/>
              <a:defRPr/>
            </a:lvl4pPr>
            <a:lvl5pPr marL="818908" indent="-272969">
              <a:spcAft>
                <a:spcPts val="448"/>
              </a:spcAft>
              <a:buFont typeface="+mj-lt"/>
              <a:buAutoNum type="romanLcPeriod"/>
              <a:defRPr/>
            </a:lvl5pPr>
            <a:lvl6pPr marL="818908" indent="-272969">
              <a:spcAft>
                <a:spcPts val="448"/>
              </a:spcAft>
              <a:buFont typeface="+mj-lt"/>
              <a:buAutoNum type="romanLcPeriod"/>
              <a:defRPr/>
            </a:lvl6pPr>
            <a:lvl7pPr marL="818908" indent="-272969">
              <a:spcAft>
                <a:spcPts val="448"/>
              </a:spcAft>
              <a:buFont typeface="+mj-lt"/>
              <a:buAutoNum type="romanLcPeriod"/>
              <a:defRPr/>
            </a:lvl7pPr>
            <a:lvl8pPr marL="818908" indent="-272969">
              <a:spcAft>
                <a:spcPts val="448"/>
              </a:spcAft>
              <a:buFont typeface="+mj-lt"/>
              <a:buAutoNum type="romanLcPeriod"/>
              <a:defRPr/>
            </a:lvl8pPr>
            <a:lvl9pPr marL="818908" indent="-272969">
              <a:spcAft>
                <a:spcPts val="448"/>
              </a:spcAft>
              <a:buFont typeface="+mj-lt"/>
              <a:buAutoNum type="romanLcPeriod"/>
              <a:defRPr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0"/>
            <a:r>
              <a:rPr lang="en-US" dirty="0"/>
              <a:t>First level</a:t>
            </a:r>
          </a:p>
        </p:txBody>
      </p:sp>
    </p:spTree>
    <p:extLst>
      <p:ext uri="{BB962C8B-B14F-4D97-AF65-F5344CB8AC3E}">
        <p14:creationId xmlns:p14="http://schemas.microsoft.com/office/powerpoint/2010/main" val="22828059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(standard) 1 colum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10072571" y="6259516"/>
            <a:ext cx="1587500" cy="34747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1B427C5-C2E3-4C10-899D-ACC0DA09E6A6}" type="slidenum">
              <a:rPr lang="en-US" sz="672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672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2429112" y="1509713"/>
            <a:ext cx="9226365" cy="4749800"/>
          </a:xfrm>
          <a:prstGeom prst="rect">
            <a:avLst/>
          </a:prstGeom>
        </p:spPr>
        <p:txBody>
          <a:bodyPr lIns="0" tIns="0" rIns="0" bIns="0"/>
          <a:lstStyle>
            <a:lvl1pPr marL="272969" indent="-272969">
              <a:spcAft>
                <a:spcPts val="448"/>
              </a:spcAft>
              <a:buFont typeface="+mj-lt"/>
              <a:buAutoNum type="arabicPeriod"/>
              <a:defRPr/>
            </a:lvl1pPr>
            <a:lvl2pPr marL="545939" indent="-272969">
              <a:spcAft>
                <a:spcPts val="448"/>
              </a:spcAft>
              <a:buFont typeface="+mj-lt"/>
              <a:buAutoNum type="alphaLcParenR"/>
              <a:defRPr/>
            </a:lvl2pPr>
            <a:lvl3pPr marL="818908" indent="-272969">
              <a:spcAft>
                <a:spcPts val="448"/>
              </a:spcAft>
              <a:buFont typeface="+mj-lt"/>
              <a:buAutoNum type="romanLcPeriod"/>
              <a:defRPr/>
            </a:lvl3pPr>
            <a:lvl4pPr marL="818908" indent="-272969">
              <a:spcAft>
                <a:spcPts val="448"/>
              </a:spcAft>
              <a:buFont typeface="+mj-lt"/>
              <a:buAutoNum type="romanLcPeriod"/>
              <a:defRPr/>
            </a:lvl4pPr>
            <a:lvl5pPr marL="818908" indent="-272969">
              <a:spcAft>
                <a:spcPts val="448"/>
              </a:spcAft>
              <a:buFont typeface="+mj-lt"/>
              <a:buAutoNum type="romanLcPeriod"/>
              <a:defRPr/>
            </a:lvl5pPr>
            <a:lvl6pPr marL="818908" indent="-272969">
              <a:spcAft>
                <a:spcPts val="448"/>
              </a:spcAft>
              <a:buFont typeface="+mj-lt"/>
              <a:buAutoNum type="romanLcPeriod"/>
              <a:defRPr/>
            </a:lvl6pPr>
            <a:lvl7pPr marL="818908" indent="-272969">
              <a:spcAft>
                <a:spcPts val="448"/>
              </a:spcAft>
              <a:buFont typeface="+mj-lt"/>
              <a:buAutoNum type="romanLcPeriod"/>
              <a:defRPr/>
            </a:lvl7pPr>
            <a:lvl8pPr marL="818908" indent="-272969">
              <a:spcAft>
                <a:spcPts val="448"/>
              </a:spcAft>
              <a:buFont typeface="+mj-lt"/>
              <a:buAutoNum type="romanLcPeriod"/>
              <a:defRPr/>
            </a:lvl8pPr>
            <a:lvl9pPr marL="818908" indent="-272969">
              <a:spcAft>
                <a:spcPts val="448"/>
              </a:spcAft>
              <a:buFont typeface="+mj-lt"/>
              <a:buAutoNum type="romanLcPeriod"/>
              <a:defRPr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0"/>
            <a:r>
              <a:rPr lang="en-US" dirty="0"/>
              <a:t>First level</a:t>
            </a:r>
          </a:p>
        </p:txBody>
      </p:sp>
    </p:spTree>
    <p:extLst>
      <p:ext uri="{BB962C8B-B14F-4D97-AF65-F5344CB8AC3E}">
        <p14:creationId xmlns:p14="http://schemas.microsoft.com/office/powerpoint/2010/main" val="6833086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12601" y="3135492"/>
            <a:ext cx="3821571" cy="708758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 bwMode="white">
          <a:xfrm>
            <a:off x="0" y="6096000"/>
            <a:ext cx="12192000" cy="76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43" dirty="0"/>
          </a:p>
        </p:txBody>
      </p:sp>
    </p:spTree>
    <p:extLst>
      <p:ext uri="{BB962C8B-B14F-4D97-AF65-F5344CB8AC3E}">
        <p14:creationId xmlns:p14="http://schemas.microsoft.com/office/powerpoint/2010/main" val="350025688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with disclaimer"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12601" y="3135492"/>
            <a:ext cx="3821571" cy="708758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 bwMode="white">
          <a:xfrm>
            <a:off x="0" y="6096000"/>
            <a:ext cx="12192000" cy="76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43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541834" y="6272784"/>
            <a:ext cx="11117815" cy="381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341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72" dirty="0"/>
              <a:t>This document and all information herein are confidential, and may not be used, reproduced or distributed without prior authorization of TechnipFMC.</a:t>
            </a:r>
          </a:p>
        </p:txBody>
      </p:sp>
    </p:spTree>
    <p:extLst>
      <p:ext uri="{BB962C8B-B14F-4D97-AF65-F5344CB8AC3E}">
        <p14:creationId xmlns:p14="http://schemas.microsoft.com/office/powerpoint/2010/main" val="4201264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13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.png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21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6117" y="5952751"/>
            <a:ext cx="2743200" cy="36512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45">
                <a:solidFill>
                  <a:schemeClr val="tx1"/>
                </a:solidFill>
              </a:defRPr>
            </a:lvl1pPr>
          </a:lstStyle>
          <a:p>
            <a:fld id="{0B3C8A98-B49B-4658-AB4E-F21C50B1A7AA}" type="datetime1">
              <a:rPr lang="en-US" smtClean="0"/>
              <a:t>20-Dec-24</a:t>
            </a:fld>
            <a:endParaRPr lang="en-US" dirty="0"/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746117" y="2944976"/>
            <a:ext cx="5961888" cy="20116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CC1E0E-6D44-9B36-8F0B-E4BAC9872F4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190" y="63502"/>
            <a:ext cx="1405919" cy="114775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746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TechnipFMC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2201223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8" r:id="rId3"/>
    <p:sldLayoutId id="2147483769" r:id="rId4"/>
    <p:sldLayoutId id="2147483760" r:id="rId5"/>
    <p:sldLayoutId id="2147483765" r:id="rId6"/>
    <p:sldLayoutId id="2147483770" r:id="rId7"/>
    <p:sldLayoutId id="2147483771" r:id="rId8"/>
  </p:sldLayoutIdLst>
  <p:hf hdr="0"/>
  <p:txStyles>
    <p:titleStyle>
      <a:lvl1pPr algn="l" defTabSz="682424" rtl="0" eaLnBrk="1" latinLnBrk="0" hangingPunct="1">
        <a:lnSpc>
          <a:spcPts val="2388"/>
        </a:lnSpc>
        <a:spcBef>
          <a:spcPct val="0"/>
        </a:spcBef>
        <a:buNone/>
        <a:defRPr sz="238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0606" indent="-170606" algn="l" defTabSz="682424" rtl="0" eaLnBrk="1" latinLnBrk="0" hangingPunct="1">
        <a:lnSpc>
          <a:spcPct val="90000"/>
        </a:lnSpc>
        <a:spcBef>
          <a:spcPts val="746"/>
        </a:spcBef>
        <a:buFont typeface="Arial" panose="020B0604020202020204" pitchFamily="34" charset="0"/>
        <a:buChar char="•"/>
        <a:defRPr sz="2090" kern="1200">
          <a:solidFill>
            <a:schemeClr val="tx1"/>
          </a:solidFill>
          <a:latin typeface="+mn-lt"/>
          <a:ea typeface="+mn-ea"/>
          <a:cs typeface="+mn-cs"/>
        </a:defRPr>
      </a:lvl1pPr>
      <a:lvl2pPr marL="511817" indent="-170606" algn="l" defTabSz="682424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791" kern="1200">
          <a:solidFill>
            <a:schemeClr val="tx1"/>
          </a:solidFill>
          <a:latin typeface="+mn-lt"/>
          <a:ea typeface="+mn-ea"/>
          <a:cs typeface="+mn-cs"/>
        </a:defRPr>
      </a:lvl2pPr>
      <a:lvl3pPr marL="853029" indent="-170606" algn="l" defTabSz="682424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493" kern="1200">
          <a:solidFill>
            <a:schemeClr val="tx1"/>
          </a:solidFill>
          <a:latin typeface="+mn-lt"/>
          <a:ea typeface="+mn-ea"/>
          <a:cs typeface="+mn-cs"/>
        </a:defRPr>
      </a:lvl3pPr>
      <a:lvl4pPr marL="1194241" indent="-170606" algn="l" defTabSz="682424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3" kern="1200">
          <a:solidFill>
            <a:schemeClr val="tx1"/>
          </a:solidFill>
          <a:latin typeface="+mn-lt"/>
          <a:ea typeface="+mn-ea"/>
          <a:cs typeface="+mn-cs"/>
        </a:defRPr>
      </a:lvl4pPr>
      <a:lvl5pPr marL="1535452" indent="-170606" algn="l" defTabSz="682424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3" kern="1200">
          <a:solidFill>
            <a:schemeClr val="tx1"/>
          </a:solidFill>
          <a:latin typeface="+mn-lt"/>
          <a:ea typeface="+mn-ea"/>
          <a:cs typeface="+mn-cs"/>
        </a:defRPr>
      </a:lvl5pPr>
      <a:lvl6pPr marL="1876664" indent="-170606" algn="l" defTabSz="682424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3" kern="1200">
          <a:solidFill>
            <a:schemeClr val="tx1"/>
          </a:solidFill>
          <a:latin typeface="+mn-lt"/>
          <a:ea typeface="+mn-ea"/>
          <a:cs typeface="+mn-cs"/>
        </a:defRPr>
      </a:lvl6pPr>
      <a:lvl7pPr marL="2217876" indent="-170606" algn="l" defTabSz="682424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3" kern="1200">
          <a:solidFill>
            <a:schemeClr val="tx1"/>
          </a:solidFill>
          <a:latin typeface="+mn-lt"/>
          <a:ea typeface="+mn-ea"/>
          <a:cs typeface="+mn-cs"/>
        </a:defRPr>
      </a:lvl7pPr>
      <a:lvl8pPr marL="2559087" indent="-170606" algn="l" defTabSz="682424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3" kern="1200">
          <a:solidFill>
            <a:schemeClr val="tx1"/>
          </a:solidFill>
          <a:latin typeface="+mn-lt"/>
          <a:ea typeface="+mn-ea"/>
          <a:cs typeface="+mn-cs"/>
        </a:defRPr>
      </a:lvl8pPr>
      <a:lvl9pPr marL="2900298" indent="-170606" algn="l" defTabSz="682424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2424" rtl="0" eaLnBrk="1" latinLnBrk="0" hangingPunct="1">
        <a:defRPr sz="1343" kern="1200">
          <a:solidFill>
            <a:schemeClr val="tx1"/>
          </a:solidFill>
          <a:latin typeface="+mn-lt"/>
          <a:ea typeface="+mn-ea"/>
          <a:cs typeface="+mn-cs"/>
        </a:defRPr>
      </a:lvl1pPr>
      <a:lvl2pPr marL="341212" algn="l" defTabSz="682424" rtl="0" eaLnBrk="1" latinLnBrk="0" hangingPunct="1">
        <a:defRPr sz="1343" kern="1200">
          <a:solidFill>
            <a:schemeClr val="tx1"/>
          </a:solidFill>
          <a:latin typeface="+mn-lt"/>
          <a:ea typeface="+mn-ea"/>
          <a:cs typeface="+mn-cs"/>
        </a:defRPr>
      </a:lvl2pPr>
      <a:lvl3pPr marL="682424" algn="l" defTabSz="682424" rtl="0" eaLnBrk="1" latinLnBrk="0" hangingPunct="1">
        <a:defRPr sz="1343" kern="1200">
          <a:solidFill>
            <a:schemeClr val="tx1"/>
          </a:solidFill>
          <a:latin typeface="+mn-lt"/>
          <a:ea typeface="+mn-ea"/>
          <a:cs typeface="+mn-cs"/>
        </a:defRPr>
      </a:lvl3pPr>
      <a:lvl4pPr marL="1023635" algn="l" defTabSz="682424" rtl="0" eaLnBrk="1" latinLnBrk="0" hangingPunct="1">
        <a:defRPr sz="1343" kern="1200">
          <a:solidFill>
            <a:schemeClr val="tx1"/>
          </a:solidFill>
          <a:latin typeface="+mn-lt"/>
          <a:ea typeface="+mn-ea"/>
          <a:cs typeface="+mn-cs"/>
        </a:defRPr>
      </a:lvl4pPr>
      <a:lvl5pPr marL="1364846" algn="l" defTabSz="682424" rtl="0" eaLnBrk="1" latinLnBrk="0" hangingPunct="1">
        <a:defRPr sz="1343" kern="1200">
          <a:solidFill>
            <a:schemeClr val="tx1"/>
          </a:solidFill>
          <a:latin typeface="+mn-lt"/>
          <a:ea typeface="+mn-ea"/>
          <a:cs typeface="+mn-cs"/>
        </a:defRPr>
      </a:lvl5pPr>
      <a:lvl6pPr marL="1706058" algn="l" defTabSz="682424" rtl="0" eaLnBrk="1" latinLnBrk="0" hangingPunct="1">
        <a:defRPr sz="1343" kern="1200">
          <a:solidFill>
            <a:schemeClr val="tx1"/>
          </a:solidFill>
          <a:latin typeface="+mn-lt"/>
          <a:ea typeface="+mn-ea"/>
          <a:cs typeface="+mn-cs"/>
        </a:defRPr>
      </a:lvl6pPr>
      <a:lvl7pPr marL="2047270" algn="l" defTabSz="682424" rtl="0" eaLnBrk="1" latinLnBrk="0" hangingPunct="1">
        <a:defRPr sz="1343" kern="1200">
          <a:solidFill>
            <a:schemeClr val="tx1"/>
          </a:solidFill>
          <a:latin typeface="+mn-lt"/>
          <a:ea typeface="+mn-ea"/>
          <a:cs typeface="+mn-cs"/>
        </a:defRPr>
      </a:lvl7pPr>
      <a:lvl8pPr marL="2388481" algn="l" defTabSz="682424" rtl="0" eaLnBrk="1" latinLnBrk="0" hangingPunct="1">
        <a:defRPr sz="1343" kern="1200">
          <a:solidFill>
            <a:schemeClr val="tx1"/>
          </a:solidFill>
          <a:latin typeface="+mn-lt"/>
          <a:ea typeface="+mn-ea"/>
          <a:cs typeface="+mn-cs"/>
        </a:defRPr>
      </a:lvl8pPr>
      <a:lvl9pPr marL="2729693" algn="l" defTabSz="682424" rtl="0" eaLnBrk="1" latinLnBrk="0" hangingPunct="1">
        <a:defRPr sz="134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71" userDrawn="1">
          <p15:clr>
            <a:srgbClr val="F26B43"/>
          </p15:clr>
        </p15:guide>
        <p15:guide id="3" orient="horz" pos="1866" userDrawn="1">
          <p15:clr>
            <a:srgbClr val="F26B43"/>
          </p15:clr>
        </p15:guide>
        <p15:guide id="4" orient="horz" pos="249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536840" y="274327"/>
            <a:ext cx="11118952" cy="82402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br>
              <a:rPr lang="en-US" dirty="0"/>
            </a:br>
            <a:endParaRPr lang="en-US" dirty="0"/>
          </a:p>
        </p:txBody>
      </p:sp>
      <p:sp>
        <p:nvSpPr>
          <p:cNvPr id="18" name="Slide Number Placeholder 5"/>
          <p:cNvSpPr txBox="1">
            <a:spLocks/>
          </p:cNvSpPr>
          <p:nvPr userDrawn="1"/>
        </p:nvSpPr>
        <p:spPr>
          <a:xfrm>
            <a:off x="10072571" y="6259706"/>
            <a:ext cx="1587500" cy="34747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1B427C5-C2E3-4C10-899D-ACC0DA09E6A6}" type="slidenum">
              <a:rPr lang="en-US" sz="672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672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536840" y="1508760"/>
            <a:ext cx="11118952" cy="475488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7" t="19725" r="7458" b="22905"/>
          <a:stretch/>
        </p:blipFill>
        <p:spPr>
          <a:xfrm>
            <a:off x="521297" y="6421475"/>
            <a:ext cx="1440672" cy="3246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CCF980C-A0B4-4F52-E3A4-A9D89B6B1C8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190" y="63502"/>
            <a:ext cx="1405919" cy="114775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746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TechnipFMC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2431178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767" r:id="rId2"/>
    <p:sldLayoutId id="2147483689" r:id="rId3"/>
    <p:sldLayoutId id="2147483690" r:id="rId4"/>
    <p:sldLayoutId id="2147483693" r:id="rId5"/>
    <p:sldLayoutId id="2147483694" r:id="rId6"/>
    <p:sldLayoutId id="2147483695" r:id="rId7"/>
    <p:sldLayoutId id="2147483691" r:id="rId8"/>
    <p:sldLayoutId id="2147483772" r:id="rId9"/>
  </p:sldLayoutIdLst>
  <p:hf hdr="0"/>
  <p:txStyles>
    <p:titleStyle>
      <a:lvl1pPr algn="l" defTabSz="682424" rtl="0" eaLnBrk="1" latinLnBrk="0" hangingPunct="1">
        <a:lnSpc>
          <a:spcPts val="2388"/>
        </a:lnSpc>
        <a:spcBef>
          <a:spcPct val="0"/>
        </a:spcBef>
        <a:buNone/>
        <a:defRPr sz="2388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682424" rtl="0" eaLnBrk="1" latinLnBrk="0" hangingPunct="1">
        <a:lnSpc>
          <a:spcPct val="100000"/>
        </a:lnSpc>
        <a:spcBef>
          <a:spcPts val="0"/>
        </a:spcBef>
        <a:spcAft>
          <a:spcPts val="448"/>
        </a:spcAft>
        <a:buFont typeface="Arial" panose="020B0604020202020204" pitchFamily="34" charset="0"/>
        <a:buNone/>
        <a:defRPr sz="1493" b="1" kern="1200">
          <a:solidFill>
            <a:srgbClr val="512D6D"/>
          </a:solidFill>
          <a:latin typeface="+mn-lt"/>
          <a:ea typeface="+mn-ea"/>
          <a:cs typeface="+mn-cs"/>
        </a:defRPr>
      </a:lvl1pPr>
      <a:lvl2pPr marL="0" indent="0" algn="l" defTabSz="682424" rtl="0" eaLnBrk="1" latinLnBrk="0" hangingPunct="1">
        <a:lnSpc>
          <a:spcPct val="100000"/>
        </a:lnSpc>
        <a:spcBef>
          <a:spcPts val="0"/>
        </a:spcBef>
        <a:spcAft>
          <a:spcPts val="448"/>
        </a:spcAft>
        <a:buFontTx/>
        <a:buNone/>
        <a:defRPr sz="1493" kern="1200">
          <a:solidFill>
            <a:srgbClr val="53565A"/>
          </a:solidFill>
          <a:latin typeface="+mn-lt"/>
          <a:ea typeface="+mn-ea"/>
          <a:cs typeface="+mn-cs"/>
        </a:defRPr>
      </a:lvl2pPr>
      <a:lvl3pPr marL="136484" indent="-136484" algn="l" defTabSz="682424" rtl="0" eaLnBrk="1" latinLnBrk="0" hangingPunct="1">
        <a:lnSpc>
          <a:spcPct val="100000"/>
        </a:lnSpc>
        <a:spcBef>
          <a:spcPts val="0"/>
        </a:spcBef>
        <a:spcAft>
          <a:spcPts val="448"/>
        </a:spcAft>
        <a:buFont typeface="Arial" panose="020B0604020202020204" pitchFamily="34" charset="0"/>
        <a:buChar char="•"/>
        <a:defRPr sz="1343" kern="1200">
          <a:solidFill>
            <a:srgbClr val="53565A"/>
          </a:solidFill>
          <a:latin typeface="+mn-lt"/>
          <a:ea typeface="+mn-ea"/>
          <a:cs typeface="+mn-cs"/>
        </a:defRPr>
      </a:lvl3pPr>
      <a:lvl4pPr marL="272969" indent="-136484" algn="l" defTabSz="682424" rtl="0" eaLnBrk="1" latinLnBrk="0" hangingPunct="1">
        <a:lnSpc>
          <a:spcPct val="100000"/>
        </a:lnSpc>
        <a:spcBef>
          <a:spcPts val="0"/>
        </a:spcBef>
        <a:spcAft>
          <a:spcPts val="448"/>
        </a:spcAft>
        <a:buFont typeface="Arial" panose="020B0604020202020204" pitchFamily="34" charset="0"/>
        <a:buChar char="-"/>
        <a:defRPr sz="1194" kern="1200">
          <a:solidFill>
            <a:srgbClr val="53565A"/>
          </a:solidFill>
          <a:latin typeface="+mn-lt"/>
          <a:ea typeface="+mn-ea"/>
          <a:cs typeface="+mn-cs"/>
        </a:defRPr>
      </a:lvl4pPr>
      <a:lvl5pPr marL="409454" indent="-136484" algn="l" defTabSz="682424" rtl="0" eaLnBrk="1" latinLnBrk="0" hangingPunct="1">
        <a:lnSpc>
          <a:spcPct val="100000"/>
        </a:lnSpc>
        <a:spcBef>
          <a:spcPts val="0"/>
        </a:spcBef>
        <a:spcAft>
          <a:spcPts val="448"/>
        </a:spcAft>
        <a:buFont typeface="Arial" panose="020B0604020202020204" pitchFamily="34" charset="0"/>
        <a:buChar char="•"/>
        <a:defRPr sz="1045" kern="1200">
          <a:solidFill>
            <a:srgbClr val="53565A"/>
          </a:solidFill>
          <a:latin typeface="+mn-lt"/>
          <a:ea typeface="+mn-ea"/>
          <a:cs typeface="+mn-cs"/>
        </a:defRPr>
      </a:lvl5pPr>
      <a:lvl6pPr marL="409454" indent="-136484" algn="l" defTabSz="682424" rtl="0" eaLnBrk="1" latinLnBrk="0" hangingPunct="1">
        <a:lnSpc>
          <a:spcPct val="100000"/>
        </a:lnSpc>
        <a:spcBef>
          <a:spcPts val="0"/>
        </a:spcBef>
        <a:spcAft>
          <a:spcPts val="448"/>
        </a:spcAft>
        <a:buFont typeface="Arial" panose="020B0604020202020204" pitchFamily="34" charset="0"/>
        <a:buChar char="•"/>
        <a:defRPr sz="1045" kern="1200">
          <a:solidFill>
            <a:srgbClr val="53565A"/>
          </a:solidFill>
          <a:latin typeface="+mn-lt"/>
          <a:ea typeface="+mn-ea"/>
          <a:cs typeface="+mn-cs"/>
        </a:defRPr>
      </a:lvl6pPr>
      <a:lvl7pPr marL="409454" indent="-136484" algn="l" defTabSz="682424" rtl="0" eaLnBrk="1" latinLnBrk="0" hangingPunct="1">
        <a:lnSpc>
          <a:spcPct val="100000"/>
        </a:lnSpc>
        <a:spcBef>
          <a:spcPts val="0"/>
        </a:spcBef>
        <a:spcAft>
          <a:spcPts val="448"/>
        </a:spcAft>
        <a:buFont typeface="Arial" panose="020B0604020202020204" pitchFamily="34" charset="0"/>
        <a:buChar char="•"/>
        <a:defRPr sz="1045" kern="1200">
          <a:solidFill>
            <a:srgbClr val="53565A"/>
          </a:solidFill>
          <a:latin typeface="+mn-lt"/>
          <a:ea typeface="+mn-ea"/>
          <a:cs typeface="+mn-cs"/>
        </a:defRPr>
      </a:lvl7pPr>
      <a:lvl8pPr marL="409454" indent="-136484" algn="l" defTabSz="682424" rtl="0" eaLnBrk="1" latinLnBrk="0" hangingPunct="1">
        <a:lnSpc>
          <a:spcPct val="100000"/>
        </a:lnSpc>
        <a:spcBef>
          <a:spcPts val="0"/>
        </a:spcBef>
        <a:spcAft>
          <a:spcPts val="448"/>
        </a:spcAft>
        <a:buFont typeface="Arial" panose="020B0604020202020204" pitchFamily="34" charset="0"/>
        <a:buChar char="•"/>
        <a:defRPr sz="1045" kern="1200">
          <a:solidFill>
            <a:srgbClr val="53565A"/>
          </a:solidFill>
          <a:latin typeface="+mn-lt"/>
          <a:ea typeface="+mn-ea"/>
          <a:cs typeface="+mn-cs"/>
        </a:defRPr>
      </a:lvl8pPr>
      <a:lvl9pPr marL="409454" indent="-136484" algn="l" defTabSz="682424" rtl="0" eaLnBrk="1" latinLnBrk="0" hangingPunct="1">
        <a:lnSpc>
          <a:spcPct val="100000"/>
        </a:lnSpc>
        <a:spcBef>
          <a:spcPts val="0"/>
        </a:spcBef>
        <a:spcAft>
          <a:spcPts val="448"/>
        </a:spcAft>
        <a:buFont typeface="Arial" panose="020B0604020202020204" pitchFamily="34" charset="0"/>
        <a:buChar char="•"/>
        <a:defRPr sz="1045" kern="1200">
          <a:solidFill>
            <a:srgbClr val="53565A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2424" rtl="0" eaLnBrk="1" latinLnBrk="0" hangingPunct="1">
        <a:defRPr sz="1343" kern="1200">
          <a:solidFill>
            <a:schemeClr val="tx1"/>
          </a:solidFill>
          <a:latin typeface="+mn-lt"/>
          <a:ea typeface="+mn-ea"/>
          <a:cs typeface="+mn-cs"/>
        </a:defRPr>
      </a:lvl1pPr>
      <a:lvl2pPr marL="341212" algn="l" defTabSz="682424" rtl="0" eaLnBrk="1" latinLnBrk="0" hangingPunct="1">
        <a:defRPr sz="1343" kern="1200">
          <a:solidFill>
            <a:schemeClr val="tx1"/>
          </a:solidFill>
          <a:latin typeface="+mn-lt"/>
          <a:ea typeface="+mn-ea"/>
          <a:cs typeface="+mn-cs"/>
        </a:defRPr>
      </a:lvl2pPr>
      <a:lvl3pPr marL="682424" algn="l" defTabSz="682424" rtl="0" eaLnBrk="1" latinLnBrk="0" hangingPunct="1">
        <a:defRPr sz="1343" kern="1200">
          <a:solidFill>
            <a:schemeClr val="tx1"/>
          </a:solidFill>
          <a:latin typeface="+mn-lt"/>
          <a:ea typeface="+mn-ea"/>
          <a:cs typeface="+mn-cs"/>
        </a:defRPr>
      </a:lvl3pPr>
      <a:lvl4pPr marL="1023635" algn="l" defTabSz="682424" rtl="0" eaLnBrk="1" latinLnBrk="0" hangingPunct="1">
        <a:defRPr sz="1343" kern="1200">
          <a:solidFill>
            <a:schemeClr val="tx1"/>
          </a:solidFill>
          <a:latin typeface="+mn-lt"/>
          <a:ea typeface="+mn-ea"/>
          <a:cs typeface="+mn-cs"/>
        </a:defRPr>
      </a:lvl4pPr>
      <a:lvl5pPr marL="1364846" algn="l" defTabSz="682424" rtl="0" eaLnBrk="1" latinLnBrk="0" hangingPunct="1">
        <a:defRPr sz="1343" kern="1200">
          <a:solidFill>
            <a:schemeClr val="tx1"/>
          </a:solidFill>
          <a:latin typeface="+mn-lt"/>
          <a:ea typeface="+mn-ea"/>
          <a:cs typeface="+mn-cs"/>
        </a:defRPr>
      </a:lvl5pPr>
      <a:lvl6pPr marL="1706058" algn="l" defTabSz="682424" rtl="0" eaLnBrk="1" latinLnBrk="0" hangingPunct="1">
        <a:defRPr sz="1343" kern="1200">
          <a:solidFill>
            <a:schemeClr val="tx1"/>
          </a:solidFill>
          <a:latin typeface="+mn-lt"/>
          <a:ea typeface="+mn-ea"/>
          <a:cs typeface="+mn-cs"/>
        </a:defRPr>
      </a:lvl6pPr>
      <a:lvl7pPr marL="2047270" algn="l" defTabSz="682424" rtl="0" eaLnBrk="1" latinLnBrk="0" hangingPunct="1">
        <a:defRPr sz="1343" kern="1200">
          <a:solidFill>
            <a:schemeClr val="tx1"/>
          </a:solidFill>
          <a:latin typeface="+mn-lt"/>
          <a:ea typeface="+mn-ea"/>
          <a:cs typeface="+mn-cs"/>
        </a:defRPr>
      </a:lvl7pPr>
      <a:lvl8pPr marL="2388481" algn="l" defTabSz="682424" rtl="0" eaLnBrk="1" latinLnBrk="0" hangingPunct="1">
        <a:defRPr sz="1343" kern="1200">
          <a:solidFill>
            <a:schemeClr val="tx1"/>
          </a:solidFill>
          <a:latin typeface="+mn-lt"/>
          <a:ea typeface="+mn-ea"/>
          <a:cs typeface="+mn-cs"/>
        </a:defRPr>
      </a:lvl8pPr>
      <a:lvl9pPr marL="2729693" algn="l" defTabSz="682424" rtl="0" eaLnBrk="1" latinLnBrk="0" hangingPunct="1">
        <a:defRPr sz="134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777" userDrawn="1">
          <p15:clr>
            <a:srgbClr val="F26B43"/>
          </p15:clr>
        </p15:guide>
        <p15:guide id="8" orient="horz" pos="3943" userDrawn="1">
          <p15:clr>
            <a:srgbClr val="F26B43"/>
          </p15:clr>
        </p15:guide>
        <p15:guide id="11" pos="340" userDrawn="1">
          <p15:clr>
            <a:srgbClr val="F26B43"/>
          </p15:clr>
        </p15:guide>
        <p15:guide id="12" pos="1383" userDrawn="1">
          <p15:clr>
            <a:srgbClr val="F26B43"/>
          </p15:clr>
        </p15:guide>
        <p15:guide id="13" pos="1531" userDrawn="1">
          <p15:clr>
            <a:srgbClr val="F26B43"/>
          </p15:clr>
        </p15:guide>
        <p15:guide id="14" pos="2572" userDrawn="1">
          <p15:clr>
            <a:srgbClr val="F26B43"/>
          </p15:clr>
        </p15:guide>
        <p15:guide id="15" pos="2723" userDrawn="1">
          <p15:clr>
            <a:srgbClr val="F26B43"/>
          </p15:clr>
        </p15:guide>
        <p15:guide id="16" pos="3767" userDrawn="1">
          <p15:clr>
            <a:srgbClr val="F26B43"/>
          </p15:clr>
        </p15:guide>
        <p15:guide id="17" pos="3912" userDrawn="1">
          <p15:clr>
            <a:srgbClr val="F26B43"/>
          </p15:clr>
        </p15:guide>
        <p15:guide id="18" pos="4957" userDrawn="1">
          <p15:clr>
            <a:srgbClr val="F26B43"/>
          </p15:clr>
        </p15:guide>
        <p15:guide id="19" pos="5107" userDrawn="1">
          <p15:clr>
            <a:srgbClr val="F26B43"/>
          </p15:clr>
        </p15:guide>
        <p15:guide id="20" pos="6148" userDrawn="1">
          <p15:clr>
            <a:srgbClr val="F26B43"/>
          </p15:clr>
        </p15:guide>
        <p15:guide id="21" pos="6299" userDrawn="1">
          <p15:clr>
            <a:srgbClr val="F26B43"/>
          </p15:clr>
        </p15:guide>
        <p15:guide id="22" pos="7343" userDrawn="1">
          <p15:clr>
            <a:srgbClr val="F26B43"/>
          </p15:clr>
        </p15:guide>
        <p15:guide id="23" orient="horz" pos="170" userDrawn="1">
          <p15:clr>
            <a:srgbClr val="F26B43"/>
          </p15:clr>
        </p15:guide>
        <p15:guide id="24" orient="horz" pos="951" userDrawn="1">
          <p15:clr>
            <a:srgbClr val="F26B43"/>
          </p15:clr>
        </p15:guide>
        <p15:guide id="25" orient="horz" pos="1872" userDrawn="1">
          <p15:clr>
            <a:srgbClr val="F26B43"/>
          </p15:clr>
        </p15:guide>
        <p15:guide id="26" orient="horz" pos="3021" userDrawn="1">
          <p15:clr>
            <a:srgbClr val="F26B43"/>
          </p15:clr>
        </p15:guide>
        <p15:guide id="27" orient="horz" pos="2907" userDrawn="1">
          <p15:clr>
            <a:srgbClr val="F26B43"/>
          </p15:clr>
        </p15:guide>
        <p15:guide id="28" orient="horz" pos="1989" userDrawn="1">
          <p15:clr>
            <a:srgbClr val="F26B43"/>
          </p15:clr>
        </p15:guide>
        <p15:guide id="29" orient="horz" pos="2391" userDrawn="1">
          <p15:clr>
            <a:srgbClr val="F26B43"/>
          </p15:clr>
        </p15:guide>
        <p15:guide id="30" orient="horz" pos="2505" userDrawn="1">
          <p15:clr>
            <a:srgbClr val="F26B43"/>
          </p15:clr>
        </p15:guide>
        <p15:guide id="31" orient="horz" pos="4141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7" t="19725" r="7458" b="22905"/>
          <a:stretch/>
        </p:blipFill>
        <p:spPr>
          <a:xfrm>
            <a:off x="521297" y="6421475"/>
            <a:ext cx="1440672" cy="32461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AAE954B-FA27-72EA-1EC6-8CDFAD32FDB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190" y="63502"/>
            <a:ext cx="1405919" cy="114775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746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TechnipFMC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1580680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</p:sldLayoutIdLst>
  <p:hf hdr="0"/>
  <p:txStyles>
    <p:titleStyle>
      <a:lvl1pPr algn="l" defTabSz="682424" rtl="0" eaLnBrk="1" latinLnBrk="0" hangingPunct="1">
        <a:lnSpc>
          <a:spcPts val="2388"/>
        </a:lnSpc>
        <a:spcBef>
          <a:spcPct val="0"/>
        </a:spcBef>
        <a:buNone/>
        <a:defRPr sz="2388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682424" rtl="0" eaLnBrk="1" latinLnBrk="0" hangingPunct="1">
        <a:lnSpc>
          <a:spcPct val="100000"/>
        </a:lnSpc>
        <a:spcBef>
          <a:spcPts val="0"/>
        </a:spcBef>
        <a:spcAft>
          <a:spcPts val="224"/>
        </a:spcAft>
        <a:buFont typeface="Arial" panose="020B0604020202020204" pitchFamily="34" charset="0"/>
        <a:buNone/>
        <a:defRPr sz="1493" b="1" kern="1200">
          <a:solidFill>
            <a:srgbClr val="512D6D"/>
          </a:solidFill>
          <a:latin typeface="+mn-lt"/>
          <a:ea typeface="+mn-ea"/>
          <a:cs typeface="+mn-cs"/>
        </a:defRPr>
      </a:lvl1pPr>
      <a:lvl2pPr marL="0" indent="0" algn="l" defTabSz="682424" rtl="0" eaLnBrk="1" latinLnBrk="0" hangingPunct="1">
        <a:lnSpc>
          <a:spcPct val="100000"/>
        </a:lnSpc>
        <a:spcBef>
          <a:spcPts val="0"/>
        </a:spcBef>
        <a:spcAft>
          <a:spcPts val="448"/>
        </a:spcAft>
        <a:buFontTx/>
        <a:buNone/>
        <a:defRPr sz="1493" kern="1200">
          <a:solidFill>
            <a:srgbClr val="53565A"/>
          </a:solidFill>
          <a:latin typeface="+mn-lt"/>
          <a:ea typeface="+mn-ea"/>
          <a:cs typeface="+mn-cs"/>
        </a:defRPr>
      </a:lvl2pPr>
      <a:lvl3pPr marL="0" indent="-136484" algn="l" defTabSz="682424" rtl="0" eaLnBrk="1" latinLnBrk="0" hangingPunct="1">
        <a:lnSpc>
          <a:spcPct val="100000"/>
        </a:lnSpc>
        <a:spcBef>
          <a:spcPts val="0"/>
        </a:spcBef>
        <a:spcAft>
          <a:spcPts val="448"/>
        </a:spcAft>
        <a:buFont typeface="Arial" panose="020B0604020202020204" pitchFamily="34" charset="0"/>
        <a:buChar char="•"/>
        <a:defRPr sz="1493" kern="1200">
          <a:solidFill>
            <a:srgbClr val="53565A"/>
          </a:solidFill>
          <a:latin typeface="+mn-lt"/>
          <a:ea typeface="+mn-ea"/>
          <a:cs typeface="+mn-cs"/>
        </a:defRPr>
      </a:lvl3pPr>
      <a:lvl4pPr marL="272969" indent="-136484" algn="l" defTabSz="682424" rtl="0" eaLnBrk="1" latinLnBrk="0" hangingPunct="1">
        <a:lnSpc>
          <a:spcPct val="100000"/>
        </a:lnSpc>
        <a:spcBef>
          <a:spcPts val="0"/>
        </a:spcBef>
        <a:spcAft>
          <a:spcPts val="448"/>
        </a:spcAft>
        <a:buFont typeface="Arial" panose="020B0604020202020204" pitchFamily="34" charset="0"/>
        <a:buChar char="-"/>
        <a:defRPr sz="1194" kern="1200">
          <a:solidFill>
            <a:srgbClr val="53565A"/>
          </a:solidFill>
          <a:latin typeface="+mn-lt"/>
          <a:ea typeface="+mn-ea"/>
          <a:cs typeface="+mn-cs"/>
        </a:defRPr>
      </a:lvl4pPr>
      <a:lvl5pPr marL="409454" indent="-136484" algn="l" defTabSz="682424" rtl="0" eaLnBrk="1" latinLnBrk="0" hangingPunct="1">
        <a:lnSpc>
          <a:spcPct val="100000"/>
        </a:lnSpc>
        <a:spcBef>
          <a:spcPts val="0"/>
        </a:spcBef>
        <a:spcAft>
          <a:spcPts val="448"/>
        </a:spcAft>
        <a:buFont typeface="Arial" panose="020B0604020202020204" pitchFamily="34" charset="0"/>
        <a:buChar char="•"/>
        <a:defRPr sz="1045" kern="1200">
          <a:solidFill>
            <a:srgbClr val="53565A"/>
          </a:solidFill>
          <a:latin typeface="+mn-lt"/>
          <a:ea typeface="+mn-ea"/>
          <a:cs typeface="+mn-cs"/>
        </a:defRPr>
      </a:lvl5pPr>
      <a:lvl6pPr marL="1876664" indent="-170606" algn="l" defTabSz="682424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3" kern="1200">
          <a:solidFill>
            <a:schemeClr val="tx1"/>
          </a:solidFill>
          <a:latin typeface="+mn-lt"/>
          <a:ea typeface="+mn-ea"/>
          <a:cs typeface="+mn-cs"/>
        </a:defRPr>
      </a:lvl6pPr>
      <a:lvl7pPr marL="2217876" indent="-170606" algn="l" defTabSz="682424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3" kern="1200">
          <a:solidFill>
            <a:schemeClr val="tx1"/>
          </a:solidFill>
          <a:latin typeface="+mn-lt"/>
          <a:ea typeface="+mn-ea"/>
          <a:cs typeface="+mn-cs"/>
        </a:defRPr>
      </a:lvl7pPr>
      <a:lvl8pPr marL="2559087" indent="-170606" algn="l" defTabSz="682424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3" kern="1200">
          <a:solidFill>
            <a:schemeClr val="tx1"/>
          </a:solidFill>
          <a:latin typeface="+mn-lt"/>
          <a:ea typeface="+mn-ea"/>
          <a:cs typeface="+mn-cs"/>
        </a:defRPr>
      </a:lvl8pPr>
      <a:lvl9pPr marL="2900298" indent="-170606" algn="l" defTabSz="682424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2424" rtl="0" eaLnBrk="1" latinLnBrk="0" hangingPunct="1">
        <a:defRPr sz="1343" kern="1200">
          <a:solidFill>
            <a:schemeClr val="tx1"/>
          </a:solidFill>
          <a:latin typeface="+mn-lt"/>
          <a:ea typeface="+mn-ea"/>
          <a:cs typeface="+mn-cs"/>
        </a:defRPr>
      </a:lvl1pPr>
      <a:lvl2pPr marL="341212" algn="l" defTabSz="682424" rtl="0" eaLnBrk="1" latinLnBrk="0" hangingPunct="1">
        <a:defRPr sz="1343" kern="1200">
          <a:solidFill>
            <a:schemeClr val="tx1"/>
          </a:solidFill>
          <a:latin typeface="+mn-lt"/>
          <a:ea typeface="+mn-ea"/>
          <a:cs typeface="+mn-cs"/>
        </a:defRPr>
      </a:lvl2pPr>
      <a:lvl3pPr marL="682424" algn="l" defTabSz="682424" rtl="0" eaLnBrk="1" latinLnBrk="0" hangingPunct="1">
        <a:defRPr sz="1343" kern="1200">
          <a:solidFill>
            <a:schemeClr val="tx1"/>
          </a:solidFill>
          <a:latin typeface="+mn-lt"/>
          <a:ea typeface="+mn-ea"/>
          <a:cs typeface="+mn-cs"/>
        </a:defRPr>
      </a:lvl3pPr>
      <a:lvl4pPr marL="1023635" algn="l" defTabSz="682424" rtl="0" eaLnBrk="1" latinLnBrk="0" hangingPunct="1">
        <a:defRPr sz="1343" kern="1200">
          <a:solidFill>
            <a:schemeClr val="tx1"/>
          </a:solidFill>
          <a:latin typeface="+mn-lt"/>
          <a:ea typeface="+mn-ea"/>
          <a:cs typeface="+mn-cs"/>
        </a:defRPr>
      </a:lvl4pPr>
      <a:lvl5pPr marL="1364846" algn="l" defTabSz="682424" rtl="0" eaLnBrk="1" latinLnBrk="0" hangingPunct="1">
        <a:defRPr sz="1343" kern="1200">
          <a:solidFill>
            <a:schemeClr val="tx1"/>
          </a:solidFill>
          <a:latin typeface="+mn-lt"/>
          <a:ea typeface="+mn-ea"/>
          <a:cs typeface="+mn-cs"/>
        </a:defRPr>
      </a:lvl5pPr>
      <a:lvl6pPr marL="1706058" algn="l" defTabSz="682424" rtl="0" eaLnBrk="1" latinLnBrk="0" hangingPunct="1">
        <a:defRPr sz="1343" kern="1200">
          <a:solidFill>
            <a:schemeClr val="tx1"/>
          </a:solidFill>
          <a:latin typeface="+mn-lt"/>
          <a:ea typeface="+mn-ea"/>
          <a:cs typeface="+mn-cs"/>
        </a:defRPr>
      </a:lvl6pPr>
      <a:lvl7pPr marL="2047270" algn="l" defTabSz="682424" rtl="0" eaLnBrk="1" latinLnBrk="0" hangingPunct="1">
        <a:defRPr sz="1343" kern="1200">
          <a:solidFill>
            <a:schemeClr val="tx1"/>
          </a:solidFill>
          <a:latin typeface="+mn-lt"/>
          <a:ea typeface="+mn-ea"/>
          <a:cs typeface="+mn-cs"/>
        </a:defRPr>
      </a:lvl7pPr>
      <a:lvl8pPr marL="2388481" algn="l" defTabSz="682424" rtl="0" eaLnBrk="1" latinLnBrk="0" hangingPunct="1">
        <a:defRPr sz="1343" kern="1200">
          <a:solidFill>
            <a:schemeClr val="tx1"/>
          </a:solidFill>
          <a:latin typeface="+mn-lt"/>
          <a:ea typeface="+mn-ea"/>
          <a:cs typeface="+mn-cs"/>
        </a:defRPr>
      </a:lvl8pPr>
      <a:lvl9pPr marL="2729693" algn="l" defTabSz="682424" rtl="0" eaLnBrk="1" latinLnBrk="0" hangingPunct="1">
        <a:defRPr sz="134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624" userDrawn="1">
          <p15:clr>
            <a:srgbClr val="F26B43"/>
          </p15:clr>
        </p15:guide>
        <p15:guide id="8" orient="horz" pos="3943" userDrawn="1">
          <p15:clr>
            <a:srgbClr val="F26B43"/>
          </p15:clr>
        </p15:guide>
        <p15:guide id="9" orient="horz" pos="2296" userDrawn="1">
          <p15:clr>
            <a:srgbClr val="F26B43"/>
          </p15:clr>
        </p15:guide>
        <p15:guide id="11" pos="340" userDrawn="1">
          <p15:clr>
            <a:srgbClr val="F26B43"/>
          </p15:clr>
        </p15:guide>
        <p15:guide id="18" pos="4959" userDrawn="1">
          <p15:clr>
            <a:srgbClr val="F26B43"/>
          </p15:clr>
        </p15:guide>
        <p15:guide id="22" pos="7344" userDrawn="1">
          <p15:clr>
            <a:srgbClr val="F26B43"/>
          </p15:clr>
        </p15:guide>
        <p15:guide id="23" orient="horz" pos="1391" userDrawn="1">
          <p15:clr>
            <a:srgbClr val="F26B43"/>
          </p15:clr>
        </p15:guide>
        <p15:guide id="24" orient="horz" pos="4143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536840" y="274327"/>
            <a:ext cx="11118952" cy="82402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br>
              <a:rPr lang="en-US" dirty="0"/>
            </a:br>
            <a:endParaRPr lang="en-US" dirty="0"/>
          </a:p>
        </p:txBody>
      </p:sp>
      <p:sp>
        <p:nvSpPr>
          <p:cNvPr id="18" name="Slide Number Placeholder 5"/>
          <p:cNvSpPr txBox="1">
            <a:spLocks/>
          </p:cNvSpPr>
          <p:nvPr userDrawn="1"/>
        </p:nvSpPr>
        <p:spPr>
          <a:xfrm>
            <a:off x="283023743" y="6259520"/>
            <a:ext cx="1587500" cy="338771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1B427C5-C2E3-4C10-899D-ACC0DA09E6A6}" type="slidenum">
              <a:rPr lang="en-US" sz="672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672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7" t="19725" r="7458" b="22905"/>
          <a:stretch/>
        </p:blipFill>
        <p:spPr>
          <a:xfrm>
            <a:off x="521297" y="6421475"/>
            <a:ext cx="1440672" cy="32461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33D4FA0-D095-D060-6615-71700F199BA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190" y="63502"/>
            <a:ext cx="1405919" cy="114775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746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TechnipFMC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56267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7" r:id="rId3"/>
    <p:sldLayoutId id="2147483686" r:id="rId4"/>
    <p:sldLayoutId id="2147483741" r:id="rId5"/>
  </p:sldLayoutIdLst>
  <p:hf hdr="0"/>
  <p:txStyles>
    <p:titleStyle>
      <a:lvl1pPr algn="l" defTabSz="682424" rtl="0" eaLnBrk="1" latinLnBrk="0" hangingPunct="1">
        <a:lnSpc>
          <a:spcPts val="2388"/>
        </a:lnSpc>
        <a:spcBef>
          <a:spcPct val="0"/>
        </a:spcBef>
        <a:buNone/>
        <a:defRPr sz="2388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614182" indent="-614182" algn="l" defTabSz="682424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defRPr sz="1493" b="0" kern="1200">
          <a:solidFill>
            <a:schemeClr val="bg1"/>
          </a:solidFill>
          <a:latin typeface="+mn-lt"/>
          <a:ea typeface="+mn-ea"/>
          <a:cs typeface="+mn-cs"/>
        </a:defRPr>
      </a:lvl1pPr>
      <a:lvl2pPr marL="614182" indent="-614182" algn="l" defTabSz="682424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Tx/>
        <a:buNone/>
        <a:defRPr sz="1493" kern="1200">
          <a:solidFill>
            <a:schemeClr val="bg1"/>
          </a:solidFill>
          <a:latin typeface="+mn-lt"/>
          <a:ea typeface="+mn-ea"/>
          <a:cs typeface="+mn-cs"/>
        </a:defRPr>
      </a:lvl2pPr>
      <a:lvl3pPr marL="614182" indent="-614182" algn="l" defTabSz="682424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defRPr sz="1493" kern="1200">
          <a:solidFill>
            <a:schemeClr val="bg1"/>
          </a:solidFill>
          <a:latin typeface="+mn-lt"/>
          <a:ea typeface="+mn-ea"/>
          <a:cs typeface="+mn-cs"/>
        </a:defRPr>
      </a:lvl3pPr>
      <a:lvl4pPr marL="614182" indent="-614182" algn="l" defTabSz="682424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defRPr sz="1493" kern="1200">
          <a:solidFill>
            <a:schemeClr val="bg1"/>
          </a:solidFill>
          <a:latin typeface="+mn-lt"/>
          <a:ea typeface="+mn-ea"/>
          <a:cs typeface="+mn-cs"/>
        </a:defRPr>
      </a:lvl4pPr>
      <a:lvl5pPr marL="614182" indent="-614182" algn="l" defTabSz="682424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defRPr sz="1493" kern="1200">
          <a:solidFill>
            <a:schemeClr val="bg1"/>
          </a:solidFill>
          <a:latin typeface="+mn-lt"/>
          <a:ea typeface="+mn-ea"/>
          <a:cs typeface="+mn-cs"/>
        </a:defRPr>
      </a:lvl5pPr>
      <a:lvl6pPr marL="614182" indent="-614182" algn="l" defTabSz="682424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defRPr sz="1493" kern="1200">
          <a:solidFill>
            <a:schemeClr val="bg1"/>
          </a:solidFill>
          <a:latin typeface="+mn-lt"/>
          <a:ea typeface="+mn-ea"/>
          <a:cs typeface="+mn-cs"/>
        </a:defRPr>
      </a:lvl6pPr>
      <a:lvl7pPr marL="614182" indent="-614182" algn="l" defTabSz="682424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defRPr sz="1493" kern="1200">
          <a:solidFill>
            <a:schemeClr val="bg1"/>
          </a:solidFill>
          <a:latin typeface="+mn-lt"/>
          <a:ea typeface="+mn-ea"/>
          <a:cs typeface="+mn-cs"/>
        </a:defRPr>
      </a:lvl7pPr>
      <a:lvl8pPr marL="614182" indent="-614182" algn="l" defTabSz="682424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defRPr sz="1493" kern="1200">
          <a:solidFill>
            <a:schemeClr val="bg1"/>
          </a:solidFill>
          <a:latin typeface="+mn-lt"/>
          <a:ea typeface="+mn-ea"/>
          <a:cs typeface="+mn-cs"/>
        </a:defRPr>
      </a:lvl8pPr>
      <a:lvl9pPr marL="614182" indent="-614182" algn="l" defTabSz="682424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defRPr sz="1493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2424" rtl="0" eaLnBrk="1" latinLnBrk="0" hangingPunct="1">
        <a:defRPr sz="1343" kern="1200">
          <a:solidFill>
            <a:schemeClr val="tx1"/>
          </a:solidFill>
          <a:latin typeface="+mn-lt"/>
          <a:ea typeface="+mn-ea"/>
          <a:cs typeface="+mn-cs"/>
        </a:defRPr>
      </a:lvl1pPr>
      <a:lvl2pPr marL="341212" algn="l" defTabSz="682424" rtl="0" eaLnBrk="1" latinLnBrk="0" hangingPunct="1">
        <a:defRPr sz="1343" kern="1200">
          <a:solidFill>
            <a:schemeClr val="tx1"/>
          </a:solidFill>
          <a:latin typeface="+mn-lt"/>
          <a:ea typeface="+mn-ea"/>
          <a:cs typeface="+mn-cs"/>
        </a:defRPr>
      </a:lvl2pPr>
      <a:lvl3pPr marL="682424" algn="l" defTabSz="682424" rtl="0" eaLnBrk="1" latinLnBrk="0" hangingPunct="1">
        <a:defRPr sz="1343" kern="1200">
          <a:solidFill>
            <a:schemeClr val="tx1"/>
          </a:solidFill>
          <a:latin typeface="+mn-lt"/>
          <a:ea typeface="+mn-ea"/>
          <a:cs typeface="+mn-cs"/>
        </a:defRPr>
      </a:lvl3pPr>
      <a:lvl4pPr marL="1023635" algn="l" defTabSz="682424" rtl="0" eaLnBrk="1" latinLnBrk="0" hangingPunct="1">
        <a:defRPr sz="1343" kern="1200">
          <a:solidFill>
            <a:schemeClr val="tx1"/>
          </a:solidFill>
          <a:latin typeface="+mn-lt"/>
          <a:ea typeface="+mn-ea"/>
          <a:cs typeface="+mn-cs"/>
        </a:defRPr>
      </a:lvl4pPr>
      <a:lvl5pPr marL="1364846" algn="l" defTabSz="682424" rtl="0" eaLnBrk="1" latinLnBrk="0" hangingPunct="1">
        <a:defRPr sz="1343" kern="1200">
          <a:solidFill>
            <a:schemeClr val="tx1"/>
          </a:solidFill>
          <a:latin typeface="+mn-lt"/>
          <a:ea typeface="+mn-ea"/>
          <a:cs typeface="+mn-cs"/>
        </a:defRPr>
      </a:lvl5pPr>
      <a:lvl6pPr marL="1706058" algn="l" defTabSz="682424" rtl="0" eaLnBrk="1" latinLnBrk="0" hangingPunct="1">
        <a:defRPr sz="1343" kern="1200">
          <a:solidFill>
            <a:schemeClr val="tx1"/>
          </a:solidFill>
          <a:latin typeface="+mn-lt"/>
          <a:ea typeface="+mn-ea"/>
          <a:cs typeface="+mn-cs"/>
        </a:defRPr>
      </a:lvl6pPr>
      <a:lvl7pPr marL="2047270" algn="l" defTabSz="682424" rtl="0" eaLnBrk="1" latinLnBrk="0" hangingPunct="1">
        <a:defRPr sz="1343" kern="1200">
          <a:solidFill>
            <a:schemeClr val="tx1"/>
          </a:solidFill>
          <a:latin typeface="+mn-lt"/>
          <a:ea typeface="+mn-ea"/>
          <a:cs typeface="+mn-cs"/>
        </a:defRPr>
      </a:lvl7pPr>
      <a:lvl8pPr marL="2388481" algn="l" defTabSz="682424" rtl="0" eaLnBrk="1" latinLnBrk="0" hangingPunct="1">
        <a:defRPr sz="1343" kern="1200">
          <a:solidFill>
            <a:schemeClr val="tx1"/>
          </a:solidFill>
          <a:latin typeface="+mn-lt"/>
          <a:ea typeface="+mn-ea"/>
          <a:cs typeface="+mn-cs"/>
        </a:defRPr>
      </a:lvl8pPr>
      <a:lvl9pPr marL="2729693" algn="l" defTabSz="682424" rtl="0" eaLnBrk="1" latinLnBrk="0" hangingPunct="1">
        <a:defRPr sz="134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777" userDrawn="1">
          <p15:clr>
            <a:srgbClr val="F26B43"/>
          </p15:clr>
        </p15:guide>
        <p15:guide id="8" orient="horz" pos="3943" userDrawn="1">
          <p15:clr>
            <a:srgbClr val="F26B43"/>
          </p15:clr>
        </p15:guide>
        <p15:guide id="11" pos="340" userDrawn="1">
          <p15:clr>
            <a:srgbClr val="F26B43"/>
          </p15:clr>
        </p15:guide>
        <p15:guide id="12" pos="1381" userDrawn="1">
          <p15:clr>
            <a:srgbClr val="F26B43"/>
          </p15:clr>
        </p15:guide>
        <p15:guide id="13" pos="1531" userDrawn="1">
          <p15:clr>
            <a:srgbClr val="F26B43"/>
          </p15:clr>
        </p15:guide>
        <p15:guide id="14" pos="2575" userDrawn="1">
          <p15:clr>
            <a:srgbClr val="F26B43"/>
          </p15:clr>
        </p15:guide>
        <p15:guide id="15" pos="2721" userDrawn="1">
          <p15:clr>
            <a:srgbClr val="F26B43"/>
          </p15:clr>
        </p15:guide>
        <p15:guide id="16" pos="3767" userDrawn="1">
          <p15:clr>
            <a:srgbClr val="F26B43"/>
          </p15:clr>
        </p15:guide>
        <p15:guide id="17" pos="3916" userDrawn="1">
          <p15:clr>
            <a:srgbClr val="F26B43"/>
          </p15:clr>
        </p15:guide>
        <p15:guide id="18" pos="4959" userDrawn="1">
          <p15:clr>
            <a:srgbClr val="F26B43"/>
          </p15:clr>
        </p15:guide>
        <p15:guide id="19" pos="5107" userDrawn="1">
          <p15:clr>
            <a:srgbClr val="F26B43"/>
          </p15:clr>
        </p15:guide>
        <p15:guide id="20" pos="6151" userDrawn="1">
          <p15:clr>
            <a:srgbClr val="F26B43"/>
          </p15:clr>
        </p15:guide>
        <p15:guide id="21" pos="6299" userDrawn="1">
          <p15:clr>
            <a:srgbClr val="F26B43"/>
          </p15:clr>
        </p15:guide>
        <p15:guide id="22" pos="7345" userDrawn="1">
          <p15:clr>
            <a:srgbClr val="F26B43"/>
          </p15:clr>
        </p15:guide>
        <p15:guide id="23" orient="horz" pos="170" userDrawn="1">
          <p15:clr>
            <a:srgbClr val="F26B43"/>
          </p15:clr>
        </p15:guide>
        <p15:guide id="24" orient="horz" pos="951" userDrawn="1">
          <p15:clr>
            <a:srgbClr val="F26B43"/>
          </p15:clr>
        </p15:guide>
        <p15:guide id="25" orient="horz" pos="1872" userDrawn="1">
          <p15:clr>
            <a:srgbClr val="F26B43"/>
          </p15:clr>
        </p15:guide>
        <p15:guide id="26" orient="horz" pos="3021" userDrawn="1">
          <p15:clr>
            <a:srgbClr val="F26B43"/>
          </p15:clr>
        </p15:guide>
        <p15:guide id="27" orient="horz" pos="2907" userDrawn="1">
          <p15:clr>
            <a:srgbClr val="F26B43"/>
          </p15:clr>
        </p15:guide>
        <p15:guide id="28" orient="horz" pos="1989" userDrawn="1">
          <p15:clr>
            <a:srgbClr val="F26B43"/>
          </p15:clr>
        </p15:guide>
        <p15:guide id="29" orient="horz" pos="2391" userDrawn="1">
          <p15:clr>
            <a:srgbClr val="F26B43"/>
          </p15:clr>
        </p15:guide>
        <p15:guide id="30" orient="horz" pos="2505" userDrawn="1">
          <p15:clr>
            <a:srgbClr val="F26B43"/>
          </p15:clr>
        </p15:guide>
        <p15:guide id="31" orient="horz" pos="414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745612" y="3933056"/>
            <a:ext cx="7942676" cy="563948"/>
          </a:xfrm>
        </p:spPr>
        <p:txBody>
          <a:bodyPr/>
          <a:lstStyle/>
          <a:p>
            <a:pPr fontAlgn="t">
              <a:lnSpc>
                <a:spcPts val="2376"/>
              </a:lnSpc>
              <a:spcBef>
                <a:spcPct val="0"/>
              </a:spcBef>
            </a:pPr>
            <a:r>
              <a:rPr lang="en-US" sz="1400" dirty="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QER: JULIMAR DEVELOPMENT PHASE 3 SF301229C002.05+06+07 - Zeta wires unlocked</a:t>
            </a:r>
          </a:p>
        </p:txBody>
      </p:sp>
      <p:sp>
        <p:nvSpPr>
          <p:cNvPr id="11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NCR No: </a:t>
            </a:r>
            <a:r>
              <a:rPr lang="en-US" b="1" i="0" dirty="0">
                <a:solidFill>
                  <a:srgbClr val="4D4D4D"/>
                </a:solidFill>
                <a:effectLst/>
              </a:rPr>
              <a:t>11961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90223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036B347A-30FD-E37F-4FF4-09CE88255644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865689951"/>
              </p:ext>
            </p:extLst>
          </p:nvPr>
        </p:nvGraphicFramePr>
        <p:xfrm>
          <a:off x="501740" y="1340768"/>
          <a:ext cx="11118951" cy="4752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5384">
                  <a:extLst>
                    <a:ext uri="{9D8B030D-6E8A-4147-A177-3AD203B41FA5}">
                      <a16:colId xmlns:a16="http://schemas.microsoft.com/office/drawing/2014/main" val="704932967"/>
                    </a:ext>
                  </a:extLst>
                </a:gridCol>
                <a:gridCol w="5703567">
                  <a:extLst>
                    <a:ext uri="{9D8B030D-6E8A-4147-A177-3AD203B41FA5}">
                      <a16:colId xmlns:a16="http://schemas.microsoft.com/office/drawing/2014/main" val="2279899347"/>
                    </a:ext>
                  </a:extLst>
                </a:gridCol>
              </a:tblGrid>
              <a:tr h="59017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Item</a:t>
                      </a:r>
                    </a:p>
                  </a:txBody>
                  <a:tcPr marL="68243" marR="68243" marT="34121" marB="34121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Traceability / Identification</a:t>
                      </a:r>
                    </a:p>
                  </a:txBody>
                  <a:tcPr marL="68243" marR="68243" marT="34121" marB="34121" anchor="ctr"/>
                </a:tc>
                <a:extLst>
                  <a:ext uri="{0D108BD9-81ED-4DB2-BD59-A6C34878D82A}">
                    <a16:rowId xmlns:a16="http://schemas.microsoft.com/office/drawing/2014/main" val="1647445054"/>
                  </a:ext>
                </a:extLst>
              </a:tr>
              <a:tr h="590176">
                <a:tc>
                  <a:txBody>
                    <a:bodyPr/>
                    <a:lstStyle/>
                    <a:p>
                      <a:r>
                        <a:rPr lang="en-US" sz="1800" b="1" dirty="0"/>
                        <a:t>Project Number</a:t>
                      </a:r>
                    </a:p>
                  </a:txBody>
                  <a:tcPr marL="68243" marR="68243" marT="34121" marB="34121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301229C002</a:t>
                      </a:r>
                    </a:p>
                  </a:txBody>
                  <a:tcPr marL="68243" marR="68243" marT="34121" marB="34121" anchor="ctr"/>
                </a:tc>
                <a:extLst>
                  <a:ext uri="{0D108BD9-81ED-4DB2-BD59-A6C34878D82A}">
                    <a16:rowId xmlns:a16="http://schemas.microsoft.com/office/drawing/2014/main" val="2981799753"/>
                  </a:ext>
                </a:extLst>
              </a:tr>
              <a:tr h="590176">
                <a:tc>
                  <a:txBody>
                    <a:bodyPr/>
                    <a:lstStyle/>
                    <a:p>
                      <a:r>
                        <a:rPr lang="en-US" sz="1800" b="1" dirty="0"/>
                        <a:t>Project Name</a:t>
                      </a:r>
                    </a:p>
                  </a:txBody>
                  <a:tcPr marL="68243" marR="68243" marT="34121" marB="34121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JULIMAR DEVELOPMENT PHASE 3</a:t>
                      </a:r>
                    </a:p>
                  </a:txBody>
                  <a:tcPr marL="68243" marR="68243" marT="34121" marB="34121" anchor="ctr"/>
                </a:tc>
                <a:extLst>
                  <a:ext uri="{0D108BD9-81ED-4DB2-BD59-A6C34878D82A}">
                    <a16:rowId xmlns:a16="http://schemas.microsoft.com/office/drawing/2014/main" val="1560981820"/>
                  </a:ext>
                </a:extLst>
              </a:tr>
              <a:tr h="621296">
                <a:tc>
                  <a:txBody>
                    <a:bodyPr/>
                    <a:lstStyle/>
                    <a:p>
                      <a:r>
                        <a:rPr lang="en-US" sz="1800" b="1" dirty="0"/>
                        <a:t>Pipe Section</a:t>
                      </a:r>
                    </a:p>
                  </a:txBody>
                  <a:tcPr marL="68243" marR="68243" marT="34121" marB="34121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SF301229C002.05+06+07</a:t>
                      </a:r>
                    </a:p>
                  </a:txBody>
                  <a:tcPr marL="68243" marR="68243" marT="34121" marB="34121" anchor="ctr"/>
                </a:tc>
                <a:extLst>
                  <a:ext uri="{0D108BD9-81ED-4DB2-BD59-A6C34878D82A}">
                    <a16:rowId xmlns:a16="http://schemas.microsoft.com/office/drawing/2014/main" val="3404808033"/>
                  </a:ext>
                </a:extLst>
              </a:tr>
              <a:tr h="590176">
                <a:tc>
                  <a:txBody>
                    <a:bodyPr/>
                    <a:lstStyle/>
                    <a:p>
                      <a:r>
                        <a:rPr lang="en-US" sz="1800" b="1" dirty="0"/>
                        <a:t>Structure number</a:t>
                      </a:r>
                    </a:p>
                  </a:txBody>
                  <a:tcPr marL="68243" marR="68243" marT="34121" marB="34121" anchor="ctr"/>
                </a:tc>
                <a:tc>
                  <a:txBody>
                    <a:bodyPr/>
                    <a:lstStyle/>
                    <a:p>
                      <a:pPr marL="0" marR="0" lvl="0" indent="0" algn="l" defTabSz="91437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ST203.72124</a:t>
                      </a:r>
                    </a:p>
                  </a:txBody>
                  <a:tcPr marL="68243" marR="68243" marT="34121" marB="34121" anchor="ctr"/>
                </a:tc>
                <a:extLst>
                  <a:ext uri="{0D108BD9-81ED-4DB2-BD59-A6C34878D82A}">
                    <a16:rowId xmlns:a16="http://schemas.microsoft.com/office/drawing/2014/main" val="3937647259"/>
                  </a:ext>
                </a:extLst>
              </a:tr>
              <a:tr h="590176">
                <a:tc>
                  <a:txBody>
                    <a:bodyPr/>
                    <a:lstStyle/>
                    <a:p>
                      <a:r>
                        <a:rPr lang="en-US" sz="1800" b="1" dirty="0"/>
                        <a:t>Affected Layer</a:t>
                      </a:r>
                    </a:p>
                  </a:txBody>
                  <a:tcPr marL="68243" marR="68243" marT="34121" marB="34121" anchor="ctr"/>
                </a:tc>
                <a:tc>
                  <a:txBody>
                    <a:bodyPr/>
                    <a:lstStyle/>
                    <a:p>
                      <a:pPr marL="0" marR="0" lvl="0" indent="0" algn="l" defTabSz="91437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Zeta Pressure Vault</a:t>
                      </a:r>
                    </a:p>
                  </a:txBody>
                  <a:tcPr marL="68243" marR="68243" marT="34121" marB="34121" anchor="ctr"/>
                </a:tc>
                <a:extLst>
                  <a:ext uri="{0D108BD9-81ED-4DB2-BD59-A6C34878D82A}">
                    <a16:rowId xmlns:a16="http://schemas.microsoft.com/office/drawing/2014/main" val="393346650"/>
                  </a:ext>
                </a:extLst>
              </a:tr>
              <a:tr h="590176">
                <a:tc>
                  <a:txBody>
                    <a:bodyPr/>
                    <a:lstStyle/>
                    <a:p>
                      <a:r>
                        <a:rPr lang="en-US" sz="1800" b="1" dirty="0"/>
                        <a:t>Length</a:t>
                      </a:r>
                      <a:r>
                        <a:rPr lang="en-US" sz="1800" b="1" baseline="0" dirty="0"/>
                        <a:t> Affected</a:t>
                      </a:r>
                      <a:endParaRPr lang="en-US" sz="1800" b="1" dirty="0"/>
                    </a:p>
                  </a:txBody>
                  <a:tcPr marL="68243" marR="68243" marT="34121" marB="34121" anchor="ctr"/>
                </a:tc>
                <a:tc>
                  <a:txBody>
                    <a:bodyPr/>
                    <a:lstStyle/>
                    <a:p>
                      <a:pPr marL="0" marR="0" lvl="0" indent="0" algn="l" defTabSz="91437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44.8m</a:t>
                      </a:r>
                    </a:p>
                  </a:txBody>
                  <a:tcPr marL="68243" marR="68243" marT="34121" marB="34121" anchor="ctr"/>
                </a:tc>
                <a:extLst>
                  <a:ext uri="{0D108BD9-81ED-4DB2-BD59-A6C34878D82A}">
                    <a16:rowId xmlns:a16="http://schemas.microsoft.com/office/drawing/2014/main" val="2733214223"/>
                  </a:ext>
                </a:extLst>
              </a:tr>
              <a:tr h="590176">
                <a:tc>
                  <a:txBody>
                    <a:bodyPr/>
                    <a:lstStyle/>
                    <a:p>
                      <a:r>
                        <a:rPr lang="en-US" sz="1800" b="1" dirty="0"/>
                        <a:t>Drawing Number / MP Code / STA</a:t>
                      </a:r>
                    </a:p>
                  </a:txBody>
                  <a:tcPr marL="68243" marR="68243" marT="34121" marB="34121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ZETA 6.2 FI09 (MP205)</a:t>
                      </a:r>
                    </a:p>
                  </a:txBody>
                  <a:tcPr marL="68243" marR="68243" marT="34121" marB="34121" anchor="ctr"/>
                </a:tc>
                <a:extLst>
                  <a:ext uri="{0D108BD9-81ED-4DB2-BD59-A6C34878D82A}">
                    <a16:rowId xmlns:a16="http://schemas.microsoft.com/office/drawing/2014/main" val="1122686241"/>
                  </a:ext>
                </a:extLst>
              </a:tr>
            </a:tbl>
          </a:graphicData>
        </a:graphic>
      </p:graphicFrame>
      <p:sp>
        <p:nvSpPr>
          <p:cNvPr id="9" name="Title 8">
            <a:extLst>
              <a:ext uri="{FF2B5EF4-FFF2-40B4-BE49-F238E27FC236}">
                <a16:creationId xmlns:a16="http://schemas.microsoft.com/office/drawing/2014/main" id="{263BEE5A-4A1D-E7FE-D396-1B738D74C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840" y="274327"/>
            <a:ext cx="11118952" cy="490377"/>
          </a:xfrm>
        </p:spPr>
        <p:txBody>
          <a:bodyPr anchor="ctr"/>
          <a:lstStyle/>
          <a:p>
            <a:r>
              <a:rPr lang="en-AU" sz="3200" dirty="0"/>
              <a:t>Pipe Section Details</a:t>
            </a:r>
          </a:p>
        </p:txBody>
      </p:sp>
    </p:spTree>
    <p:extLst>
      <p:ext uri="{BB962C8B-B14F-4D97-AF65-F5344CB8AC3E}">
        <p14:creationId xmlns:p14="http://schemas.microsoft.com/office/powerpoint/2010/main" val="4157918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51A6E4E-D3A8-4EC1-BE53-9DF27CD3E17D}"/>
              </a:ext>
            </a:extLst>
          </p:cNvPr>
          <p:cNvSpPr txBox="1"/>
          <p:nvPr/>
        </p:nvSpPr>
        <p:spPr>
          <a:xfrm>
            <a:off x="1812824" y="1696525"/>
            <a:ext cx="866344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t"/>
            <a:endParaRPr lang="en-US" sz="1045" dirty="0">
              <a:solidFill>
                <a:srgbClr val="222222"/>
              </a:solidFill>
              <a:latin typeface="Open Sans" panose="020B0606030504020204" pitchFamily="34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C33175A-CB05-F32A-01AF-AE921630A77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6840" y="1124744"/>
            <a:ext cx="11247792" cy="5256584"/>
          </a:xfrm>
        </p:spPr>
        <p:txBody>
          <a:bodyPr/>
          <a:lstStyle/>
          <a:p>
            <a:r>
              <a:rPr lang="en-AU" sz="1800" dirty="0"/>
              <a:t>Problem Description:</a:t>
            </a:r>
          </a:p>
          <a:p>
            <a:r>
              <a:rPr lang="en-US" sz="1400" b="0" i="0" dirty="0">
                <a:solidFill>
                  <a:srgbClr val="222222"/>
                </a:solidFill>
                <a:effectLst/>
              </a:rPr>
              <a:t>During the zeta spiraling of JULIMAR DEVELOPMENT PHASE 3 SF301229C002.05+06+07 (ST203.72124), zeta wire unlocked was detected at length 44.8m on the pipe.</a:t>
            </a:r>
          </a:p>
          <a:p>
            <a:endParaRPr lang="en-AU" dirty="0"/>
          </a:p>
          <a:p>
            <a:endParaRPr lang="en-AU" dirty="0"/>
          </a:p>
          <a:p>
            <a:r>
              <a:rPr lang="en-AU" sz="1800" dirty="0"/>
              <a:t>Root Cause:</a:t>
            </a:r>
          </a:p>
          <a:p>
            <a:pPr lvl="1"/>
            <a:r>
              <a:rPr lang="en-US" sz="1400" dirty="0">
                <a:solidFill>
                  <a:schemeClr val="tx1">
                    <a:lumMod val="50000"/>
                  </a:schemeClr>
                </a:solidFill>
              </a:rPr>
              <a:t>The root cause due to wires entangled in bobbin #002 during running causing wire damage and wire unlock at laying point.</a:t>
            </a:r>
          </a:p>
          <a:p>
            <a:endParaRPr lang="en-AU" dirty="0"/>
          </a:p>
          <a:p>
            <a:endParaRPr lang="en-AU" dirty="0"/>
          </a:p>
          <a:p>
            <a:r>
              <a:rPr lang="en-AU" sz="1800" dirty="0"/>
              <a:t>Immediate Action Taken:</a:t>
            </a:r>
          </a:p>
          <a:p>
            <a:pPr lvl="1"/>
            <a:r>
              <a:rPr lang="en-US" sz="1400" dirty="0">
                <a:solidFill>
                  <a:schemeClr val="tx1">
                    <a:lumMod val="50000"/>
                  </a:schemeClr>
                </a:solidFill>
              </a:rPr>
              <a:t>Reparation by un-spiral has been performed to re-position the wires to be in a good spiral. This reparation was accepted as it is and the dimension after the repair are within the criteria.</a:t>
            </a:r>
          </a:p>
        </p:txBody>
      </p:sp>
      <p:sp>
        <p:nvSpPr>
          <p:cNvPr id="2" name="Title 8">
            <a:extLst>
              <a:ext uri="{FF2B5EF4-FFF2-40B4-BE49-F238E27FC236}">
                <a16:creationId xmlns:a16="http://schemas.microsoft.com/office/drawing/2014/main" id="{8A82B751-1E64-6C7C-6463-8164D0350CC4}"/>
              </a:ext>
            </a:extLst>
          </p:cNvPr>
          <p:cNvSpPr txBox="1">
            <a:spLocks/>
          </p:cNvSpPr>
          <p:nvPr/>
        </p:nvSpPr>
        <p:spPr>
          <a:xfrm>
            <a:off x="536840" y="274327"/>
            <a:ext cx="11118952" cy="490377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682424" rtl="0" eaLnBrk="1" latinLnBrk="0" hangingPunct="1">
              <a:lnSpc>
                <a:spcPts val="2388"/>
              </a:lnSpc>
              <a:spcBef>
                <a:spcPct val="0"/>
              </a:spcBef>
              <a:buNone/>
              <a:defRPr sz="2388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AU" sz="3200" dirty="0"/>
              <a:t>Overview of Anomaly</a:t>
            </a:r>
          </a:p>
        </p:txBody>
      </p:sp>
    </p:spTree>
    <p:extLst>
      <p:ext uri="{BB962C8B-B14F-4D97-AF65-F5344CB8AC3E}">
        <p14:creationId xmlns:p14="http://schemas.microsoft.com/office/powerpoint/2010/main" val="1714232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8812327-636C-4753-8680-A8898364D124}"/>
              </a:ext>
            </a:extLst>
          </p:cNvPr>
          <p:cNvSpPr txBox="1"/>
          <p:nvPr/>
        </p:nvSpPr>
        <p:spPr>
          <a:xfrm>
            <a:off x="0" y="6223145"/>
            <a:ext cx="12192000" cy="230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t"/>
            <a:r>
              <a:rPr lang="en-US" sz="896" b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Figure 1 : Zeta wire unlocked was detected at length 44.8m on the pipe.</a:t>
            </a:r>
          </a:p>
        </p:txBody>
      </p:sp>
      <p:sp>
        <p:nvSpPr>
          <p:cNvPr id="2" name="Title 8">
            <a:extLst>
              <a:ext uri="{FF2B5EF4-FFF2-40B4-BE49-F238E27FC236}">
                <a16:creationId xmlns:a16="http://schemas.microsoft.com/office/drawing/2014/main" id="{199AC856-80AD-9472-1F24-BD994364A0C5}"/>
              </a:ext>
            </a:extLst>
          </p:cNvPr>
          <p:cNvSpPr txBox="1">
            <a:spLocks/>
          </p:cNvSpPr>
          <p:nvPr/>
        </p:nvSpPr>
        <p:spPr>
          <a:xfrm>
            <a:off x="536840" y="274327"/>
            <a:ext cx="11118952" cy="490377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682424" rtl="0" eaLnBrk="1" latinLnBrk="0" hangingPunct="1">
              <a:lnSpc>
                <a:spcPts val="2388"/>
              </a:lnSpc>
              <a:spcBef>
                <a:spcPct val="0"/>
              </a:spcBef>
              <a:buNone/>
              <a:defRPr sz="2388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AU" sz="3200" dirty="0"/>
              <a:t>Defect Photos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F1B29D-7068-2D6F-5C29-7C7CE3AE72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517336" y="-1109181"/>
            <a:ext cx="5157327" cy="9168580"/>
          </a:xfrm>
          <a:prstGeom prst="rect">
            <a:avLst/>
          </a:prstGeom>
          <a:ln w="9525">
            <a:solidFill>
              <a:schemeClr val="tx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23113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8812327-636C-4753-8680-A8898364D124}"/>
              </a:ext>
            </a:extLst>
          </p:cNvPr>
          <p:cNvSpPr txBox="1"/>
          <p:nvPr/>
        </p:nvSpPr>
        <p:spPr>
          <a:xfrm>
            <a:off x="0" y="6223145"/>
            <a:ext cx="12192000" cy="230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t"/>
            <a:r>
              <a:rPr lang="en-US" sz="896" b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Figure 2 : Reparation by un-spiral has been performed to re-position the wires to be in a good spiral.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5ADDD3-7149-0395-F93E-22DAEC6AABAD}"/>
              </a:ext>
            </a:extLst>
          </p:cNvPr>
          <p:cNvSpPr txBox="1"/>
          <p:nvPr/>
        </p:nvSpPr>
        <p:spPr>
          <a:xfrm>
            <a:off x="4783608" y="3742100"/>
            <a:ext cx="1202075" cy="91897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343" dirty="0">
                <a:solidFill>
                  <a:schemeClr val="bg1"/>
                </a:solidFill>
              </a:rPr>
              <a:t>Wire dislocate through the gap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C68BB4-F74D-7A18-3597-F8ED1432ACC9}"/>
              </a:ext>
            </a:extLst>
          </p:cNvPr>
          <p:cNvSpPr txBox="1"/>
          <p:nvPr/>
        </p:nvSpPr>
        <p:spPr>
          <a:xfrm>
            <a:off x="6297348" y="1465140"/>
            <a:ext cx="1141508" cy="505651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343" dirty="0">
                <a:solidFill>
                  <a:schemeClr val="bg1"/>
                </a:solidFill>
                <a:latin typeface="Open Sans" panose="020B0606030504020204" pitchFamily="34" charset="0"/>
              </a:rPr>
              <a:t>Adjustment shaft</a:t>
            </a:r>
            <a:endParaRPr lang="en-US" sz="1343" dirty="0">
              <a:solidFill>
                <a:schemeClr val="bg1"/>
              </a:solidFill>
            </a:endParaRPr>
          </a:p>
        </p:txBody>
      </p:sp>
      <p:sp>
        <p:nvSpPr>
          <p:cNvPr id="2" name="Title 8">
            <a:extLst>
              <a:ext uri="{FF2B5EF4-FFF2-40B4-BE49-F238E27FC236}">
                <a16:creationId xmlns:a16="http://schemas.microsoft.com/office/drawing/2014/main" id="{199AC856-80AD-9472-1F24-BD994364A0C5}"/>
              </a:ext>
            </a:extLst>
          </p:cNvPr>
          <p:cNvSpPr txBox="1">
            <a:spLocks/>
          </p:cNvSpPr>
          <p:nvPr/>
        </p:nvSpPr>
        <p:spPr>
          <a:xfrm>
            <a:off x="536840" y="274327"/>
            <a:ext cx="11118952" cy="490377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682424" rtl="0" eaLnBrk="1" latinLnBrk="0" hangingPunct="1">
              <a:lnSpc>
                <a:spcPts val="2388"/>
              </a:lnSpc>
              <a:spcBef>
                <a:spcPct val="0"/>
              </a:spcBef>
              <a:buNone/>
              <a:defRPr sz="2388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AU" sz="3200" dirty="0"/>
              <a:t>Repair Photos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69D375-EE27-521A-41F2-A8DF02C820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1566" y="764704"/>
            <a:ext cx="3988233" cy="5317645"/>
          </a:xfrm>
          <a:prstGeom prst="rect">
            <a:avLst/>
          </a:prstGeom>
          <a:ln>
            <a:solidFill>
              <a:schemeClr val="tx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40272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6797236"/>
      </p:ext>
    </p:extLst>
  </p:cSld>
  <p:clrMapOvr>
    <a:masterClrMapping/>
  </p:clrMapOvr>
</p:sld>
</file>

<file path=ppt/theme/theme1.xml><?xml version="1.0" encoding="utf-8"?>
<a:theme xmlns:a="http://schemas.openxmlformats.org/drawingml/2006/main" name="1_1. Covers">
  <a:themeElements>
    <a:clrScheme name="TechnipFMC_colors">
      <a:dk1>
        <a:srgbClr val="53565A"/>
      </a:dk1>
      <a:lt1>
        <a:sysClr val="window" lastClr="FFFFFF"/>
      </a:lt1>
      <a:dk2>
        <a:srgbClr val="512D6D"/>
      </a:dk2>
      <a:lt2>
        <a:srgbClr val="53565A"/>
      </a:lt2>
      <a:accent1>
        <a:srgbClr val="CB2C30"/>
      </a:accent1>
      <a:accent2>
        <a:srgbClr val="00A3E0"/>
      </a:accent2>
      <a:accent3>
        <a:srgbClr val="FFCD00"/>
      </a:accent3>
      <a:accent4>
        <a:srgbClr val="3A913F"/>
      </a:accent4>
      <a:accent5>
        <a:srgbClr val="EA7600"/>
      </a:accent5>
      <a:accent6>
        <a:srgbClr val="D0D0CE"/>
      </a:accent6>
      <a:hlink>
        <a:srgbClr val="A7A8AA"/>
      </a:hlink>
      <a:folHlink>
        <a:srgbClr val="75787B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TFMC_16x9_en.potx" id="{9B170D57-2BB2-4B0A-8812-30491A4B44A8}" vid="{FB2754E5-26B3-41CB-8136-D441E64DD968}"/>
    </a:ext>
  </a:extLst>
</a:theme>
</file>

<file path=ppt/theme/theme2.xml><?xml version="1.0" encoding="utf-8"?>
<a:theme xmlns:a="http://schemas.openxmlformats.org/drawingml/2006/main" name="2. Content Slides">
  <a:themeElements>
    <a:clrScheme name="TechnipFMC_colors">
      <a:dk1>
        <a:srgbClr val="53565A"/>
      </a:dk1>
      <a:lt1>
        <a:sysClr val="window" lastClr="FFFFFF"/>
      </a:lt1>
      <a:dk2>
        <a:srgbClr val="512D6D"/>
      </a:dk2>
      <a:lt2>
        <a:srgbClr val="53565A"/>
      </a:lt2>
      <a:accent1>
        <a:srgbClr val="512D6D"/>
      </a:accent1>
      <a:accent2>
        <a:srgbClr val="CB2C30"/>
      </a:accent2>
      <a:accent3>
        <a:srgbClr val="00A3E0"/>
      </a:accent3>
      <a:accent4>
        <a:srgbClr val="75787B"/>
      </a:accent4>
      <a:accent5>
        <a:srgbClr val="A7A8AA"/>
      </a:accent5>
      <a:accent6>
        <a:srgbClr val="D0D0CE"/>
      </a:accent6>
      <a:hlink>
        <a:srgbClr val="E62C30"/>
      </a:hlink>
      <a:folHlink>
        <a:srgbClr val="75787B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>
          <a:defRPr sz="20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FMC_16x9_en.potx" id="{9B170D57-2BB2-4B0A-8812-30491A4B44A8}" vid="{6BEBCE35-2787-447B-A82D-BF4D2A98D9BE}"/>
    </a:ext>
  </a:extLst>
</a:theme>
</file>

<file path=ppt/theme/theme3.xml><?xml version="1.0" encoding="utf-8"?>
<a:theme xmlns:a="http://schemas.openxmlformats.org/drawingml/2006/main" name="3. Section break">
  <a:themeElements>
    <a:clrScheme name="TechnipFMC_colors">
      <a:dk1>
        <a:srgbClr val="53565A"/>
      </a:dk1>
      <a:lt1>
        <a:sysClr val="window" lastClr="FFFFFF"/>
      </a:lt1>
      <a:dk2>
        <a:srgbClr val="512D6D"/>
      </a:dk2>
      <a:lt2>
        <a:srgbClr val="53565A"/>
      </a:lt2>
      <a:accent1>
        <a:srgbClr val="512D6D"/>
      </a:accent1>
      <a:accent2>
        <a:srgbClr val="CB2C30"/>
      </a:accent2>
      <a:accent3>
        <a:srgbClr val="00A3E0"/>
      </a:accent3>
      <a:accent4>
        <a:srgbClr val="75787B"/>
      </a:accent4>
      <a:accent5>
        <a:srgbClr val="A7A8AA"/>
      </a:accent5>
      <a:accent6>
        <a:srgbClr val="D0D0CE"/>
      </a:accent6>
      <a:hlink>
        <a:srgbClr val="A7A8AA"/>
      </a:hlink>
      <a:folHlink>
        <a:srgbClr val="75787B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MC_16x9_en.potx" id="{9B170D57-2BB2-4B0A-8812-30491A4B44A8}" vid="{39D1D421-116F-4008-A064-90CCC7D5573E}"/>
    </a:ext>
  </a:extLst>
</a:theme>
</file>

<file path=ppt/theme/theme4.xml><?xml version="1.0" encoding="utf-8"?>
<a:theme xmlns:a="http://schemas.openxmlformats.org/drawingml/2006/main" name="5. Agenda and other masters">
  <a:themeElements>
    <a:clrScheme name="TechnipFMC_colors">
      <a:dk1>
        <a:srgbClr val="53565A"/>
      </a:dk1>
      <a:lt1>
        <a:sysClr val="window" lastClr="FFFFFF"/>
      </a:lt1>
      <a:dk2>
        <a:srgbClr val="512D6D"/>
      </a:dk2>
      <a:lt2>
        <a:srgbClr val="53565A"/>
      </a:lt2>
      <a:accent1>
        <a:srgbClr val="512D6D"/>
      </a:accent1>
      <a:accent2>
        <a:srgbClr val="CB2C30"/>
      </a:accent2>
      <a:accent3>
        <a:srgbClr val="00A3E0"/>
      </a:accent3>
      <a:accent4>
        <a:srgbClr val="75787B"/>
      </a:accent4>
      <a:accent5>
        <a:srgbClr val="A7A8AA"/>
      </a:accent5>
      <a:accent6>
        <a:srgbClr val="D0D0CE"/>
      </a:accent6>
      <a:hlink>
        <a:srgbClr val="A7A8AA"/>
      </a:hlink>
      <a:folHlink>
        <a:srgbClr val="75787B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TFMC_16x9_en.potx" id="{9B170D57-2BB2-4B0A-8812-30491A4B44A8}" vid="{86D0590E-7C4B-4CFA-87B8-67224FC050F2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igrationWizIdPermissionLevels xmlns="d6bff594-5802-4c8e-89b7-33a7c87f8b00" xsi:nil="true"/>
    <MigrationWizIdSecurityGroups xmlns="d6bff594-5802-4c8e-89b7-33a7c87f8b00" xsi:nil="true"/>
    <MigrationWizId xmlns="d6bff594-5802-4c8e-89b7-33a7c87f8b00" xsi:nil="true"/>
    <MigrationWizIdPermissions xmlns="d6bff594-5802-4c8e-89b7-33a7c87f8b00" xsi:nil="true"/>
    <MigrationWizIdDocumentLibraryPermissions xmlns="d6bff594-5802-4c8e-89b7-33a7c87f8b00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D4CFFC2FFF40148BB4E0B99B9DDD51E" ma:contentTypeVersion="18" ma:contentTypeDescription="Create a new document." ma:contentTypeScope="" ma:versionID="435a671c30ba4cb7ae2f6c3238acf4b6">
  <xsd:schema xmlns:xsd="http://www.w3.org/2001/XMLSchema" xmlns:xs="http://www.w3.org/2001/XMLSchema" xmlns:p="http://schemas.microsoft.com/office/2006/metadata/properties" xmlns:ns3="d6bff594-5802-4c8e-89b7-33a7c87f8b00" xmlns:ns4="43273899-59fa-454b-a2d0-513b2dba7274" targetNamespace="http://schemas.microsoft.com/office/2006/metadata/properties" ma:root="true" ma:fieldsID="6e43c8466f88fd9e939b4bc896f5a149" ns3:_="" ns4:_="">
    <xsd:import namespace="d6bff594-5802-4c8e-89b7-33a7c87f8b00"/>
    <xsd:import namespace="43273899-59fa-454b-a2d0-513b2dba7274"/>
    <xsd:element name="properties">
      <xsd:complexType>
        <xsd:sequence>
          <xsd:element name="documentManagement">
            <xsd:complexType>
              <xsd:all>
                <xsd:element ref="ns3:MigrationWizId" minOccurs="0"/>
                <xsd:element ref="ns3:MigrationWizIdPermissions" minOccurs="0"/>
                <xsd:element ref="ns3:MigrationWizIdPermissionLevels" minOccurs="0"/>
                <xsd:element ref="ns3:MigrationWizIdDocumentLibraryPermissions" minOccurs="0"/>
                <xsd:element ref="ns3:MigrationWizIdSecurityGroup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bff594-5802-4c8e-89b7-33a7c87f8b00" elementFormDefault="qualified">
    <xsd:import namespace="http://schemas.microsoft.com/office/2006/documentManagement/types"/>
    <xsd:import namespace="http://schemas.microsoft.com/office/infopath/2007/PartnerControls"/>
    <xsd:element name="MigrationWizId" ma:index="8" nillable="true" ma:displayName="MigrationWizId" ma:internalName="MigrationWizId">
      <xsd:simpleType>
        <xsd:restriction base="dms:Text"/>
      </xsd:simpleType>
    </xsd:element>
    <xsd:element name="MigrationWizIdPermissions" ma:index="9" nillable="true" ma:displayName="MigrationWizIdPermissions" ma:internalName="MigrationWizIdPermissions">
      <xsd:simpleType>
        <xsd:restriction base="dms:Text"/>
      </xsd:simpleType>
    </xsd:element>
    <xsd:element name="MigrationWizIdPermissionLevels" ma:index="10" nillable="true" ma:displayName="MigrationWizIdPermissionLevels" ma:internalName="MigrationWizIdPermissionLevels">
      <xsd:simpleType>
        <xsd:restriction base="dms:Text"/>
      </xsd:simpleType>
    </xsd:element>
    <xsd:element name="MigrationWizIdDocumentLibraryPermissions" ma:index="11" nillable="true" ma:displayName="MigrationWizIdDocumentLibraryPermissions" ma:internalName="MigrationWizIdDocumentLibraryPermissions">
      <xsd:simpleType>
        <xsd:restriction base="dms:Text"/>
      </xsd:simpleType>
    </xsd:element>
    <xsd:element name="MigrationWizIdSecurityGroups" ma:index="12" nillable="true" ma:displayName="MigrationWizIdSecurityGroups" ma:internalName="MigrationWizIdSecurityGroups">
      <xsd:simpleType>
        <xsd:restriction base="dms:Text"/>
      </xsd:simpleType>
    </xsd:element>
    <xsd:element name="MediaServiceMetadata" ma:index="16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7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9" nillable="true" ma:displayName="MediaServiceAutoTags" ma:internalName="MediaServiceAutoTags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273899-59fa-454b-a2d0-513b2dba727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48F46B6-2226-43F6-B7DD-E01A3828D23D}">
  <ds:schemaRefs>
    <ds:schemaRef ds:uri="http://purl.org/dc/terms/"/>
    <ds:schemaRef ds:uri="43273899-59fa-454b-a2d0-513b2dba7274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http://schemas.microsoft.com/office/infopath/2007/PartnerControls"/>
    <ds:schemaRef ds:uri="d6bff594-5802-4c8e-89b7-33a7c87f8b00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12201D68-A992-46B0-AA13-F715CFF86F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6bff594-5802-4c8e-89b7-33a7c87f8b00"/>
    <ds:schemaRef ds:uri="43273899-59fa-454b-a2d0-513b2dba727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D4EB142-D79E-4A51-B35B-CB2C7043AA0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TFMC_16x9_en (1)</Template>
  <TotalTime>1242</TotalTime>
  <Words>200</Words>
  <Application>Microsoft Office PowerPoint</Application>
  <PresentationFormat>Widescreen</PresentationFormat>
  <Paragraphs>36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Calibri</vt:lpstr>
      <vt:lpstr>Open Sans</vt:lpstr>
      <vt:lpstr>Webdings</vt:lpstr>
      <vt:lpstr>1_1. Covers</vt:lpstr>
      <vt:lpstr>2. Content Slides</vt:lpstr>
      <vt:lpstr>3. Section break</vt:lpstr>
      <vt:lpstr>5. Agenda and other masters</vt:lpstr>
      <vt:lpstr>NCR No: 11961</vt:lpstr>
      <vt:lpstr>Pipe Section Details</vt:lpstr>
      <vt:lpstr>PowerPoint Presentation</vt:lpstr>
      <vt:lpstr>PowerPoint Presentation</vt:lpstr>
      <vt:lpstr>PowerPoint Presentation</vt:lpstr>
      <vt:lpstr>PowerPoint Presentation</vt:lpstr>
    </vt:vector>
  </TitlesOfParts>
  <Manager>Sandy Enoch</Manager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QER12575_rev0</dc:title>
  <dc:subject>PowerPoint</dc:subject>
  <dc:creator>MuhammadAiman Mahzan</dc:creator>
  <cp:lastModifiedBy>MuhammadAiman Mahzan</cp:lastModifiedBy>
  <cp:revision>29</cp:revision>
  <cp:lastPrinted>2017-02-27T20:53:19Z</cp:lastPrinted>
  <dcterms:created xsi:type="dcterms:W3CDTF">2024-10-29T08:49:11Z</dcterms:created>
  <dcterms:modified xsi:type="dcterms:W3CDTF">2024-12-20T06:35:34Z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0x010100ED4CFFC2FFF40148BB4E0B99B9DDD51E</vt:lpwstr>
  </property>
  <property fmtid="{D5CDD505-2E9C-101B-9397-08002B2CF9AE}" pid="3" name="MSIP_Label_3b48b937-0ae3-46f5-b32e-f3232b5be847_Enabled">
    <vt:lpwstr>True</vt:lpwstr>
  </property>
  <property fmtid="{D5CDD505-2E9C-101B-9397-08002B2CF9AE}" pid="4" name="MSIP_Label_3b48b937-0ae3-46f5-b32e-f3232b5be847_SiteId">
    <vt:lpwstr>9179d01a-e94c-4488-b5f0-4554bc474f8c</vt:lpwstr>
  </property>
  <property fmtid="{D5CDD505-2E9C-101B-9397-08002B2CF9AE}" pid="5" name="MSIP_Label_3b48b937-0ae3-46f5-b32e-f3232b5be847_Owner">
    <vt:lpwstr>SANDY.ENOCH@technipfmc.com</vt:lpwstr>
  </property>
  <property fmtid="{D5CDD505-2E9C-101B-9397-08002B2CF9AE}" pid="6" name="MSIP_Label_3b48b937-0ae3-46f5-b32e-f3232b5be847_SetDate">
    <vt:lpwstr>2020-10-22T22:12:43.2309549Z</vt:lpwstr>
  </property>
  <property fmtid="{D5CDD505-2E9C-101B-9397-08002B2CF9AE}" pid="7" name="MSIP_Label_3b48b937-0ae3-46f5-b32e-f3232b5be847_Name">
    <vt:lpwstr>General</vt:lpwstr>
  </property>
  <property fmtid="{D5CDD505-2E9C-101B-9397-08002B2CF9AE}" pid="8" name="MSIP_Label_3b48b937-0ae3-46f5-b32e-f3232b5be847_Application">
    <vt:lpwstr>Microsoft Azure Information Protection</vt:lpwstr>
  </property>
  <property fmtid="{D5CDD505-2E9C-101B-9397-08002B2CF9AE}" pid="9" name="MSIP_Label_3b48b937-0ae3-46f5-b32e-f3232b5be847_Extended_MSFT_Method">
    <vt:lpwstr>Manual</vt:lpwstr>
  </property>
  <property fmtid="{D5CDD505-2E9C-101B-9397-08002B2CF9AE}" pid="10" name="MSIP_Label_8f79752b-c5ee-4ad3-a24f-e300e7b653f3_Enabled">
    <vt:lpwstr>True</vt:lpwstr>
  </property>
  <property fmtid="{D5CDD505-2E9C-101B-9397-08002B2CF9AE}" pid="11" name="MSIP_Label_8f79752b-c5ee-4ad3-a24f-e300e7b653f3_SiteId">
    <vt:lpwstr>9179d01a-e94c-4488-b5f0-4554bc474f8c</vt:lpwstr>
  </property>
  <property fmtid="{D5CDD505-2E9C-101B-9397-08002B2CF9AE}" pid="12" name="MSIP_Label_8f79752b-c5ee-4ad3-a24f-e300e7b653f3_Owner">
    <vt:lpwstr>SANDY.ENOCH@technipfmc.com</vt:lpwstr>
  </property>
  <property fmtid="{D5CDD505-2E9C-101B-9397-08002B2CF9AE}" pid="13" name="MSIP_Label_8f79752b-c5ee-4ad3-a24f-e300e7b653f3_SetDate">
    <vt:lpwstr>2020-10-22T22:12:43.2309549Z</vt:lpwstr>
  </property>
  <property fmtid="{D5CDD505-2E9C-101B-9397-08002B2CF9AE}" pid="14" name="MSIP_Label_8f79752b-c5ee-4ad3-a24f-e300e7b653f3_Name">
    <vt:lpwstr>Anyone - No Protection</vt:lpwstr>
  </property>
  <property fmtid="{D5CDD505-2E9C-101B-9397-08002B2CF9AE}" pid="15" name="MSIP_Label_8f79752b-c5ee-4ad3-a24f-e300e7b653f3_Application">
    <vt:lpwstr>Microsoft Azure Information Protection</vt:lpwstr>
  </property>
  <property fmtid="{D5CDD505-2E9C-101B-9397-08002B2CF9AE}" pid="16" name="MSIP_Label_8f79752b-c5ee-4ad3-a24f-e300e7b653f3_Parent">
    <vt:lpwstr>3b48b937-0ae3-46f5-b32e-f3232b5be847</vt:lpwstr>
  </property>
  <property fmtid="{D5CDD505-2E9C-101B-9397-08002B2CF9AE}" pid="17" name="MSIP_Label_8f79752b-c5ee-4ad3-a24f-e300e7b653f3_Extended_MSFT_Method">
    <vt:lpwstr>Manual</vt:lpwstr>
  </property>
  <property fmtid="{D5CDD505-2E9C-101B-9397-08002B2CF9AE}" pid="18" name="MSIP_Label_338705c0-3678-41b2-848b-c31a78d4e5a5_Enabled">
    <vt:lpwstr>true</vt:lpwstr>
  </property>
  <property fmtid="{D5CDD505-2E9C-101B-9397-08002B2CF9AE}" pid="19" name="MSIP_Label_338705c0-3678-41b2-848b-c31a78d4e5a5_SetDate">
    <vt:lpwstr>2024-10-29T08:56:11Z</vt:lpwstr>
  </property>
  <property fmtid="{D5CDD505-2E9C-101B-9397-08002B2CF9AE}" pid="20" name="MSIP_Label_338705c0-3678-41b2-848b-c31a78d4e5a5_Method">
    <vt:lpwstr>Privileged</vt:lpwstr>
  </property>
  <property fmtid="{D5CDD505-2E9C-101B-9397-08002B2CF9AE}" pid="21" name="MSIP_Label_338705c0-3678-41b2-848b-c31a78d4e5a5_Name">
    <vt:lpwstr>New - Confidential</vt:lpwstr>
  </property>
  <property fmtid="{D5CDD505-2E9C-101B-9397-08002B2CF9AE}" pid="22" name="MSIP_Label_338705c0-3678-41b2-848b-c31a78d4e5a5_SiteId">
    <vt:lpwstr>0804c951-93a0-405d-80e4-fa87c7551d6a</vt:lpwstr>
  </property>
  <property fmtid="{D5CDD505-2E9C-101B-9397-08002B2CF9AE}" pid="23" name="MSIP_Label_338705c0-3678-41b2-848b-c31a78d4e5a5_ActionId">
    <vt:lpwstr>c058527d-69d7-4f44-ba75-d216e4fa55e8</vt:lpwstr>
  </property>
  <property fmtid="{D5CDD505-2E9C-101B-9397-08002B2CF9AE}" pid="24" name="MSIP_Label_338705c0-3678-41b2-848b-c31a78d4e5a5_ContentBits">
    <vt:lpwstr>1</vt:lpwstr>
  </property>
  <property fmtid="{D5CDD505-2E9C-101B-9397-08002B2CF9AE}" pid="25" name="ClassificationContentMarkingHeaderLocations">
    <vt:lpwstr>1_1. Covers:5\2. Content Slides:4\3. Section break:3\5. Agenda and other masters:3</vt:lpwstr>
  </property>
  <property fmtid="{D5CDD505-2E9C-101B-9397-08002B2CF9AE}" pid="26" name="ClassificationContentMarkingHeaderText">
    <vt:lpwstr>TechnipFMC | Confidential</vt:lpwstr>
  </property>
</Properties>
</file>