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3"/>
  </p:notesMasterIdLst>
  <p:sldIdLst>
    <p:sldId id="276" r:id="rId6"/>
    <p:sldId id="281" r:id="rId7"/>
    <p:sldId id="285" r:id="rId8"/>
    <p:sldId id="295" r:id="rId9"/>
    <p:sldId id="296" r:id="rId10"/>
    <p:sldId id="297" r:id="rId11"/>
    <p:sldId id="27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114" d="100"/>
          <a:sy n="114" d="100"/>
        </p:scale>
        <p:origin x="73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25-Oct-24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185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QER11691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62764" y="3429000"/>
            <a:ext cx="9417577" cy="384717"/>
          </a:xfrm>
        </p:spPr>
        <p:txBody>
          <a:bodyPr/>
          <a:lstStyle/>
          <a:p>
            <a:pPr algn="l" fontAlgn="t"/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JULIMAR DEVELOPMENT PHASE 3 SF301229C002.05+06+07 - Zeta wires unlocked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595499"/>
              </p:ext>
            </p:extLst>
          </p:nvPr>
        </p:nvGraphicFramePr>
        <p:xfrm>
          <a:off x="947851" y="1128750"/>
          <a:ext cx="10203366" cy="4926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1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1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474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SF301229C002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JULIMAR DEVELOPMENT PHASE 3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934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SF301229C002.05+06+07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ST203.72124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+mj-lt"/>
                        </a:rPr>
                        <a:t>Zeta Pressure Vault</a:t>
                      </a:r>
                      <a:endParaRPr lang="en-GB" sz="2000" b="0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014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44.8mm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6031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ZETA 6.2 FI09 (MP205)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356839" y="1107603"/>
            <a:ext cx="1160841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of JULIMAR DEVELOPMENT PHASE 3 SF301229C002.05+06+07 (ST203.72124), zeta wire unlocked was detected at length 44.8m on the pipe.</a:t>
            </a:r>
          </a:p>
          <a:p>
            <a:endParaRPr lang="en-US" sz="1400" u="sng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endParaRPr lang="en-US" sz="1200" b="1" u="sng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</a:endParaRPr>
          </a:p>
          <a:p>
            <a:r>
              <a:rPr lang="en-US" sz="20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pPr>
              <a:lnSpc>
                <a:spcPct val="150000"/>
              </a:lnSpc>
            </a:pP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due to wires entangled in bobbin #002 during running causing wire damage and wire unlock at laying point.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CA: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Re-brief to the winding crew on the importance of wire arrangement in bobbin during winding process.</a:t>
            </a:r>
            <a:endParaRPr lang="en-US" sz="1400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endParaRPr lang="en-US" sz="1200" u="sng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sz="2000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  <a:endParaRPr lang="en-US" sz="2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 fontAlgn="t"/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Reparation by un-spiral has been performed to re-position the wires to be in a good spiral. Thus, this reparation was accepted as it is and the dimensional after the repair are within the criteria.</a:t>
            </a:r>
            <a:endParaRPr lang="en-US" sz="1400" dirty="0">
              <a:solidFill>
                <a:srgbClr val="222222"/>
              </a:solidFill>
              <a:latin typeface="Open Sans" panose="020B0606030504020204" pitchFamily="34" charset="0"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 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910B2F-0EF9-41C3-057D-917226BEA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898746" y="-919976"/>
            <a:ext cx="4892598" cy="8697951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Defect Photos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814049" y="5850388"/>
            <a:ext cx="10716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Z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eta wire unlocked was detected at length 44.8m on the pipe.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1A64C06D-9434-C593-FF05-466361552918}"/>
              </a:ext>
            </a:extLst>
          </p:cNvPr>
          <p:cNvSpPr/>
          <p:nvPr/>
        </p:nvSpPr>
        <p:spPr>
          <a:xfrm rot="4132442">
            <a:off x="5294180" y="1650381"/>
            <a:ext cx="356839" cy="1198756"/>
          </a:xfrm>
          <a:prstGeom prst="downArrow">
            <a:avLst/>
          </a:prstGeom>
          <a:solidFill>
            <a:schemeClr val="accent2"/>
          </a:solidFill>
          <a:ln>
            <a:solidFill>
              <a:srgbClr val="08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BBF7789C-141E-5274-AE79-4FF41CDF602C}"/>
              </a:ext>
            </a:extLst>
          </p:cNvPr>
          <p:cNvSpPr/>
          <p:nvPr/>
        </p:nvSpPr>
        <p:spPr>
          <a:xfrm rot="4132442">
            <a:off x="5112044" y="4233747"/>
            <a:ext cx="356839" cy="1198756"/>
          </a:xfrm>
          <a:prstGeom prst="downArrow">
            <a:avLst/>
          </a:prstGeom>
          <a:solidFill>
            <a:schemeClr val="accent2"/>
          </a:solidFill>
          <a:ln>
            <a:solidFill>
              <a:srgbClr val="08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E9F087-C6CD-2334-6568-59ADC99D1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702" y="1007086"/>
            <a:ext cx="8419171" cy="4735784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389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 damaged due to entangled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697537" y="5906135"/>
            <a:ext cx="10632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/>
            <a:r>
              <a:rPr lang="en-US" sz="1400" b="1" dirty="0"/>
              <a:t>Figure 2 </a:t>
            </a:r>
            <a:r>
              <a:rPr lang="en-US" sz="1400" dirty="0"/>
              <a:t>: </a:t>
            </a:r>
            <a:r>
              <a:rPr lang="en-US" sz="1400" dirty="0">
                <a:latin typeface="+mj-lt"/>
              </a:rPr>
              <a:t>Damage wire detected due to entangled during running</a:t>
            </a:r>
            <a:endParaRPr lang="en-US" sz="1400" b="0" i="0" dirty="0">
              <a:solidFill>
                <a:srgbClr val="222222"/>
              </a:solidFill>
              <a:effectLst/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ECBFFA8-6E7F-A805-1CB3-1F03703BA868}"/>
              </a:ext>
            </a:extLst>
          </p:cNvPr>
          <p:cNvSpPr/>
          <p:nvPr/>
        </p:nvSpPr>
        <p:spPr>
          <a:xfrm rot="4132442">
            <a:off x="7680540" y="2797902"/>
            <a:ext cx="356839" cy="1198756"/>
          </a:xfrm>
          <a:prstGeom prst="downArrow">
            <a:avLst/>
          </a:prstGeom>
          <a:solidFill>
            <a:schemeClr val="accent2"/>
          </a:solidFill>
          <a:ln>
            <a:solidFill>
              <a:srgbClr val="08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7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389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 repaired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697537" y="5906135"/>
            <a:ext cx="1063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/>
            <a:r>
              <a:rPr lang="en-US" sz="1400" b="1" dirty="0"/>
              <a:t>Figure 3 </a:t>
            </a:r>
            <a:r>
              <a:rPr lang="en-US" sz="1400" dirty="0"/>
              <a:t>: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Reparation by un-spiral has been performed to re-position the wires to be in a good spiral. Thus, this reparation was accepted as it is and the dimensional after the repair is within the criteria.</a:t>
            </a:r>
            <a:endParaRPr lang="en-US" sz="1400" b="0" i="0" dirty="0">
              <a:solidFill>
                <a:srgbClr val="222222"/>
              </a:solidFill>
              <a:effectLst/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8620D0-6064-E8A4-137B-5610483CD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337" y="971033"/>
            <a:ext cx="3701326" cy="4935102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8192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254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Calibri</vt:lpstr>
      <vt:lpstr>Calibri Light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QER11691</vt:lpstr>
      <vt:lpstr>Pipe section / Details</vt:lpstr>
      <vt:lpstr>Overview of anomaly </vt:lpstr>
      <vt:lpstr>Defect Photos</vt:lpstr>
      <vt:lpstr>Wire damaged due to entangled</vt:lpstr>
      <vt:lpstr>After repaired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MuhammadAiman Mahzan</cp:lastModifiedBy>
  <cp:revision>588</cp:revision>
  <dcterms:created xsi:type="dcterms:W3CDTF">2017-01-06T20:47:07Z</dcterms:created>
  <dcterms:modified xsi:type="dcterms:W3CDTF">2024-10-25T06:53:03Z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