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3"/>
  </p:notesMasterIdLst>
  <p:sldIdLst>
    <p:sldId id="276" r:id="rId6"/>
    <p:sldId id="281" r:id="rId7"/>
    <p:sldId id="285" r:id="rId8"/>
    <p:sldId id="288" r:id="rId9"/>
    <p:sldId id="310" r:id="rId10"/>
    <p:sldId id="311" r:id="rId11"/>
    <p:sldId id="27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114" d="100"/>
          <a:sy n="114" d="100"/>
        </p:scale>
        <p:origin x="73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353" y="3174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QER- 10719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80570" y="3416299"/>
            <a:ext cx="8373859" cy="317501"/>
          </a:xfrm>
        </p:spPr>
        <p:txBody>
          <a:bodyPr/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AGOGO FULL FIELD DEVELOPMENT (NDUNGU) SF300824C005.F1-F8 - Zeta wires unlocking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797087"/>
              </p:ext>
            </p:extLst>
          </p:nvPr>
        </p:nvGraphicFramePr>
        <p:xfrm>
          <a:off x="882650" y="1117601"/>
          <a:ext cx="10179050" cy="4805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97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SF300824C005</a:t>
                      </a:r>
                      <a:endParaRPr lang="en-US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AGOGO FULL FIELD DEVELOPMENT (NDUNGU)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/>
                        <a:t>Pipe section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SF300824C005.F1 – F8</a:t>
                      </a:r>
                      <a:endParaRPr lang="en-US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ST050.10529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</a:rPr>
                        <a:t>Zeta pressure vault spiraling</a:t>
                      </a:r>
                      <a:endParaRPr lang="en-GB" sz="1800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339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1336.8m till 1336.9m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Zeta wire 6.2 FI09 (MP205)</a:t>
                      </a:r>
                      <a:endParaRPr 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535259" y="1262806"/>
            <a:ext cx="1099510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of AGOGO FULL FIELD DEVELOPMENT (NDUNGU) SF300824C005.F1-F8 (ST050.10529), zeta wire unlocked was detected at length 1336.8m to 1336.9m on the pipe.</a:t>
            </a:r>
            <a:br>
              <a:rPr lang="en-US" sz="1200" dirty="0"/>
            </a:br>
            <a:endParaRPr lang="en-US" sz="1400" u="sng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suspected root cause was due to: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1. Unbalance brake tension between 2 bobbins.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2. Pipe unstable during running with max speed 100% due to issue with mousetrap no.1 (the shaft bent cause motor trip).</a:t>
            </a:r>
          </a:p>
          <a:p>
            <a:endParaRPr lang="en-US" sz="1200" b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</a:p>
          <a:p>
            <a:pPr algn="l" fontAlgn="t"/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R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eparation by un-spiral has been performed to re-position the wires to be in a good spiral. Thus, this reparation was accepted as it is and the dimensional after the repair is within the criteria.</a:t>
            </a:r>
          </a:p>
          <a:p>
            <a:b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sz="1200" dirty="0">
              <a:effectLst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</a:rPr>
              <a:t>Defect Photo</a:t>
            </a:r>
            <a:endParaRPr lang="en-US" sz="4000" b="1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304690" y="5920720"/>
            <a:ext cx="9724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sz="1600" dirty="0">
                <a:solidFill>
                  <a:srgbClr val="222222"/>
                </a:solidFill>
                <a:latin typeface="Open Sans" panose="020B0606030504020204" pitchFamily="34" charset="0"/>
              </a:rPr>
              <a:t>Z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eta wire unlocked was detected at length 1336.8m to 1336.9m on the pipe.</a:t>
            </a:r>
            <a:endParaRPr lang="en-US" sz="1600" u="sng" dirty="0">
              <a:solidFill>
                <a:srgbClr val="222222"/>
              </a:solidFill>
              <a:latin typeface="Open Sans" panose="020B0606030504020204" pitchFamily="34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close up of a metal tube&#10;&#10;Description automatically generated">
            <a:extLst>
              <a:ext uri="{FF2B5EF4-FFF2-40B4-BE49-F238E27FC236}">
                <a16:creationId xmlns:a16="http://schemas.microsoft.com/office/drawing/2014/main" id="{56DB4372-B364-1BF4-24C2-3CBF2EB1A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053" y="1143000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BE996163-CBEE-736A-6030-A066FEE95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040520"/>
              </p:ext>
            </p:extLst>
          </p:nvPr>
        </p:nvGraphicFramePr>
        <p:xfrm>
          <a:off x="3080214" y="5235908"/>
          <a:ext cx="1759415" cy="3708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759415">
                  <a:extLst>
                    <a:ext uri="{9D8B030D-6E8A-4147-A177-3AD203B41FA5}">
                      <a16:colId xmlns:a16="http://schemas.microsoft.com/office/drawing/2014/main" val="24731154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80808"/>
                          </a:solidFill>
                        </a:rPr>
                        <a:t>Length 1336.9m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52217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99BDA4-32C4-71A1-7CBB-B41FFA16E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441663"/>
              </p:ext>
            </p:extLst>
          </p:nvPr>
        </p:nvGraphicFramePr>
        <p:xfrm>
          <a:off x="6343801" y="1228916"/>
          <a:ext cx="1759415" cy="3708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759415">
                  <a:extLst>
                    <a:ext uri="{9D8B030D-6E8A-4147-A177-3AD203B41FA5}">
                      <a16:colId xmlns:a16="http://schemas.microsoft.com/office/drawing/2014/main" val="24731154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80808"/>
                          </a:solidFill>
                        </a:rPr>
                        <a:t>Length 1336.8m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522174"/>
                  </a:ext>
                </a:extLst>
              </a:tr>
            </a:tbl>
          </a:graphicData>
        </a:graphic>
      </p:graphicFrame>
      <p:sp>
        <p:nvSpPr>
          <p:cNvPr id="12" name="Arrow: Up 11">
            <a:extLst>
              <a:ext uri="{FF2B5EF4-FFF2-40B4-BE49-F238E27FC236}">
                <a16:creationId xmlns:a16="http://schemas.microsoft.com/office/drawing/2014/main" id="{903E61AC-A208-C982-31B1-609F77A50A1E}"/>
              </a:ext>
            </a:extLst>
          </p:cNvPr>
          <p:cNvSpPr/>
          <p:nvPr/>
        </p:nvSpPr>
        <p:spPr>
          <a:xfrm>
            <a:off x="4137099" y="4438188"/>
            <a:ext cx="334537" cy="741965"/>
          </a:xfrm>
          <a:prstGeom prst="upArrow">
            <a:avLst/>
          </a:prstGeom>
          <a:solidFill>
            <a:srgbClr val="FF0000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523DF5E1-2CCB-F044-6A4A-B6D6A4DAA014}"/>
              </a:ext>
            </a:extLst>
          </p:cNvPr>
          <p:cNvSpPr/>
          <p:nvPr/>
        </p:nvSpPr>
        <p:spPr>
          <a:xfrm rot="10800000">
            <a:off x="6849316" y="1648507"/>
            <a:ext cx="334537" cy="741965"/>
          </a:xfrm>
          <a:prstGeom prst="upArrow">
            <a:avLst/>
          </a:prstGeom>
          <a:solidFill>
            <a:srgbClr val="FF0000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Pressure Sheath Surface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14403" y="5824247"/>
            <a:ext cx="104433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Surface condition of pressure sheath after complete un-spiral.</a:t>
            </a:r>
            <a:endParaRPr lang="en-US" sz="1600" dirty="0">
              <a:effectLst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close up of a plastic tube&#10;&#10;Description automatically generated">
            <a:extLst>
              <a:ext uri="{FF2B5EF4-FFF2-40B4-BE49-F238E27FC236}">
                <a16:creationId xmlns:a16="http://schemas.microsoft.com/office/drawing/2014/main" id="{447546D9-2042-29D5-943F-7C43A57EE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063168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672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148574" y="5757341"/>
            <a:ext cx="10443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3 </a:t>
            </a:r>
            <a:r>
              <a:rPr lang="en-US" sz="1400" dirty="0"/>
              <a:t>: </a:t>
            </a:r>
            <a:r>
              <a:rPr lang="en-US" sz="1600" dirty="0">
                <a:solidFill>
                  <a:srgbClr val="222222"/>
                </a:solidFill>
                <a:latin typeface="Open Sans" panose="020B0606030504020204" pitchFamily="34" charset="0"/>
              </a:rPr>
              <a:t>R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eparation by un-spiral has been performed to re-position the wires to be in a good spiral. Thus, this reparation was accepted as it is and the dimensional after the repair is within the criteria.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metal tube with green stripes&#10;&#10;Description automatically generated">
            <a:extLst>
              <a:ext uri="{FF2B5EF4-FFF2-40B4-BE49-F238E27FC236}">
                <a16:creationId xmlns:a16="http://schemas.microsoft.com/office/drawing/2014/main" id="{2C653775-3282-0FCD-B853-06833FA214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50"/>
          <a:stretch/>
        </p:blipFill>
        <p:spPr>
          <a:xfrm rot="16200000">
            <a:off x="3823869" y="-96645"/>
            <a:ext cx="4544261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531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290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QER- 10719</vt:lpstr>
      <vt:lpstr>Pipe section / Details</vt:lpstr>
      <vt:lpstr>Overview of anomaly</vt:lpstr>
      <vt:lpstr>Defect Photo</vt:lpstr>
      <vt:lpstr>Pressure Sheath Surface</vt:lpstr>
      <vt:lpstr>Photo After Repaired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QER 10029_Rev1</dc:title>
  <dc:creator>Sandy Enoch</dc:creator>
  <cp:lastModifiedBy>MuhammadAiman Mahzan</cp:lastModifiedBy>
  <cp:revision>559</cp:revision>
  <dcterms:created xsi:type="dcterms:W3CDTF">2017-01-06T20:47:07Z</dcterms:created>
  <dcterms:modified xsi:type="dcterms:W3CDTF">2025-01-23T07:50:14Z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