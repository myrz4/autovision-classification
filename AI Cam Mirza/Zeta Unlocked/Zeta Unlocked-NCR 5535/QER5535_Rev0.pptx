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4"/>
  </p:notesMasterIdLst>
  <p:sldIdLst>
    <p:sldId id="276" r:id="rId6"/>
    <p:sldId id="281" r:id="rId7"/>
    <p:sldId id="293" r:id="rId8"/>
    <p:sldId id="288" r:id="rId9"/>
    <p:sldId id="289" r:id="rId10"/>
    <p:sldId id="294" r:id="rId11"/>
    <p:sldId id="295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86" d="100"/>
          <a:sy n="86" d="100"/>
        </p:scale>
        <p:origin x="9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- 5535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SF300065C004.11X - Zeta wires unlocking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224614"/>
              </p:ext>
            </p:extLst>
          </p:nvPr>
        </p:nvGraphicFramePr>
        <p:xfrm>
          <a:off x="1005313" y="1081693"/>
          <a:ext cx="9822522" cy="4854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SF300065C004.11X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541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5235.3m till 5235.4m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</a:t>
                      </a:r>
                      <a:r>
                        <a:rPr lang="de-DE" dirty="0" err="1"/>
                        <a:t>wire</a:t>
                      </a:r>
                      <a:r>
                        <a:rPr lang="de-DE" dirty="0"/>
                        <a:t> 6.2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457200" y="1062996"/>
            <a:ext cx="112738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BID 141KM SF300065C004.11X (ST101.51896), zeta wire unlocked was detected at two location on the pipe.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affected length as below:-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1) 5235.3m till 5235.4m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2) 5263m till 5263.1m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sz="12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is to be investigated.</a:t>
            </a:r>
          </a:p>
          <a:p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 :-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</a:p>
          <a:p>
            <a:endParaRPr lang="en-US" sz="1200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155552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Zeta wire unlocked at length 5235.3m till 5235.4m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54247" y="5911153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unlocked was detected at length 5235.3m till 5235.4m.</a:t>
            </a:r>
            <a:endParaRPr lang="en-US" sz="1400" dirty="0"/>
          </a:p>
        </p:txBody>
      </p:sp>
      <p:pic>
        <p:nvPicPr>
          <p:cNvPr id="4" name="Picture 3" descr="A picture containing steel, cylinder, auto part, engineering&#10;&#10;Description automatically generated">
            <a:extLst>
              <a:ext uri="{FF2B5EF4-FFF2-40B4-BE49-F238E27FC236}">
                <a16:creationId xmlns:a16="http://schemas.microsoft.com/office/drawing/2014/main" id="{A5BF5F00-BC38-4A29-8773-53C92EBB6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852006" y="-685800"/>
            <a:ext cx="4632960" cy="822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9F4F66-9EEF-446B-8F11-026D40EA940E}"/>
              </a:ext>
            </a:extLst>
          </p:cNvPr>
          <p:cNvSpPr/>
          <p:nvPr/>
        </p:nvSpPr>
        <p:spPr>
          <a:xfrm>
            <a:off x="5296831" y="4939990"/>
            <a:ext cx="2018370" cy="6913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80808"/>
                </a:solidFill>
              </a:rPr>
              <a:t>Start defect at length 5235.3m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882D81-7714-4944-BC0F-0689A84E9075}"/>
              </a:ext>
            </a:extLst>
          </p:cNvPr>
          <p:cNvSpPr/>
          <p:nvPr/>
        </p:nvSpPr>
        <p:spPr>
          <a:xfrm>
            <a:off x="2237675" y="1546297"/>
            <a:ext cx="2018370" cy="6913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80808"/>
                </a:solidFill>
              </a:rPr>
              <a:t>End defect at length 5235.4m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832478A-BC96-4F60-A6C8-74E0190992FC}"/>
              </a:ext>
            </a:extLst>
          </p:cNvPr>
          <p:cNvSpPr/>
          <p:nvPr/>
        </p:nvSpPr>
        <p:spPr>
          <a:xfrm rot="19600143">
            <a:off x="2985899" y="2276444"/>
            <a:ext cx="323386" cy="1081668"/>
          </a:xfrm>
          <a:prstGeom prst="down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E66797E-E2FD-4560-A91D-32D00CCF4823}"/>
              </a:ext>
            </a:extLst>
          </p:cNvPr>
          <p:cNvSpPr/>
          <p:nvPr/>
        </p:nvSpPr>
        <p:spPr>
          <a:xfrm rot="7138469">
            <a:off x="5268950" y="4032344"/>
            <a:ext cx="323386" cy="1081668"/>
          </a:xfrm>
          <a:prstGeom prst="down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646771" y="5747506"/>
            <a:ext cx="11062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DA411F-085D-4D20-A0F5-C4EBDB51A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16" b="11382"/>
          <a:stretch/>
        </p:blipFill>
        <p:spPr>
          <a:xfrm>
            <a:off x="2059646" y="997374"/>
            <a:ext cx="8377508" cy="4750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Zeta wire unlocked at length 5263m till 5263.1m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646771" y="5747506"/>
            <a:ext cx="11062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unlocked was detected at length 5263m till 5263.1m.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CB291-3B79-4862-A27D-328F40EA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390" y="1005787"/>
            <a:ext cx="6234770" cy="46760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E84812-F4AC-43DB-915A-E3E3C9AB8E58}"/>
              </a:ext>
            </a:extLst>
          </p:cNvPr>
          <p:cNvSpPr/>
          <p:nvPr/>
        </p:nvSpPr>
        <p:spPr>
          <a:xfrm>
            <a:off x="7683189" y="4939990"/>
            <a:ext cx="2018370" cy="6913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80808"/>
                </a:solidFill>
              </a:rPr>
              <a:t>Start defect at length 5263.1m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3BE44D-0DD9-4C86-83C2-C6E8CBC9A468}"/>
              </a:ext>
            </a:extLst>
          </p:cNvPr>
          <p:cNvSpPr/>
          <p:nvPr/>
        </p:nvSpPr>
        <p:spPr>
          <a:xfrm>
            <a:off x="2141513" y="2257233"/>
            <a:ext cx="2018370" cy="6913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80808"/>
                </a:solidFill>
              </a:rPr>
              <a:t>End defect at length 5263m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D7D357A-3E64-4895-ADCF-F63E6207190E}"/>
              </a:ext>
            </a:extLst>
          </p:cNvPr>
          <p:cNvSpPr/>
          <p:nvPr/>
        </p:nvSpPr>
        <p:spPr>
          <a:xfrm rot="13747627">
            <a:off x="4235433" y="1398711"/>
            <a:ext cx="323386" cy="1018801"/>
          </a:xfrm>
          <a:prstGeom prst="down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E537FC0-6CDA-4EC9-9108-4DEC725A7176}"/>
              </a:ext>
            </a:extLst>
          </p:cNvPr>
          <p:cNvSpPr/>
          <p:nvPr/>
        </p:nvSpPr>
        <p:spPr>
          <a:xfrm rot="7138469">
            <a:off x="7655308" y="4032344"/>
            <a:ext cx="323386" cy="1081668"/>
          </a:xfrm>
          <a:prstGeom prst="down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2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646771" y="5747506"/>
            <a:ext cx="11062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4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9E41C6-0CD0-4EA2-A220-B588FFA5CE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22" r="21057"/>
          <a:stretch/>
        </p:blipFill>
        <p:spPr>
          <a:xfrm rot="16200000">
            <a:off x="4036514" y="-1520868"/>
            <a:ext cx="4423771" cy="9681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582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313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- 5535</vt:lpstr>
      <vt:lpstr>Pipe section / Details</vt:lpstr>
      <vt:lpstr>Overview of anomaly</vt:lpstr>
      <vt:lpstr>Zeta wire unlocked at length 5235.3m till 5235.4m</vt:lpstr>
      <vt:lpstr>Photo after repaired</vt:lpstr>
      <vt:lpstr>Zeta wire unlocked at length 5263m till 5263.1m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Mohd Rezuwan Hamzah</cp:lastModifiedBy>
  <cp:revision>569</cp:revision>
  <dcterms:created xsi:type="dcterms:W3CDTF">2017-01-06T20:47:07Z</dcterms:created>
  <dcterms:modified xsi:type="dcterms:W3CDTF">2023-06-26T18:08:56Z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