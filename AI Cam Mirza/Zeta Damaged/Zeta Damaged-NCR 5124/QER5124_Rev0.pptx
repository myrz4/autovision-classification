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5" r:id="rId8"/>
    <p:sldId id="288" r:id="rId9"/>
    <p:sldId id="289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86" d="100"/>
          <a:sy n="86" d="100"/>
        </p:scale>
        <p:origin x="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24-May-23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- 5124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SF300065C004.9X – Zeta wire damage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958996"/>
              </p:ext>
            </p:extLst>
          </p:nvPr>
        </p:nvGraphicFramePr>
        <p:xfrm>
          <a:off x="1005313" y="972636"/>
          <a:ext cx="9822522" cy="518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SF300065C004.9X</a:t>
                      </a:r>
                      <a:endParaRPr lang="en-US" sz="2400" dirty="0"/>
                    </a:p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492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1949.3m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Zeta 6.2 FI09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278780" y="996090"/>
            <a:ext cx="115303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pPr algn="l" fontAlgn="t"/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SF300065C004.9X (ST10151896), zeta wire damage was detected at length 1949.3m.</a:t>
            </a:r>
            <a:br>
              <a:rPr lang="en-US" sz="1050" dirty="0"/>
            </a:br>
            <a:br>
              <a:rPr lang="en-US" sz="1050" dirty="0"/>
            </a:br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pPr algn="l" fontAlgn="t"/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From the preliminary investigation, the root cause is most likely due to wire damage toward end of coil due to worn out flange during winding.</a:t>
            </a:r>
            <a:b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sz="14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endParaRPr lang="en-US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Production performed un-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spiralling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and removed affected wires and re-weld before proceed process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spiralling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as usual. Dimensional after repaired are all within criteria and accepted as per DP-QCP-08DAQT001</a:t>
            </a:r>
            <a:endParaRPr lang="en-US" sz="105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damage at length 1949.3m photo</a:t>
            </a:r>
            <a:endParaRPr lang="en-U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25551" y="6084560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Figure 1 </a:t>
            </a:r>
            <a:r>
              <a:rPr lang="en-US" sz="1400"/>
              <a:t>: </a:t>
            </a:r>
            <a:r>
              <a:rPr lang="en-US" sz="1400">
                <a:solidFill>
                  <a:srgbClr val="222222"/>
                </a:solidFill>
                <a:latin typeface="Open Sans" panose="020B0606030504020204" pitchFamily="34" charset="0"/>
              </a:rPr>
              <a:t>Zeta wire damage </a:t>
            </a:r>
            <a:r>
              <a:rPr lang="en-US" sz="1400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was detected at length </a:t>
            </a:r>
            <a:r>
              <a:rPr lang="en-US" sz="1400">
                <a:solidFill>
                  <a:srgbClr val="222222"/>
                </a:solidFill>
                <a:latin typeface="Open Sans" panose="020B0606030504020204" pitchFamily="34" charset="0"/>
              </a:rPr>
              <a:t>1949.3.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A3981-1672-4C16-B3C0-F6F73BDB7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751" y="1166872"/>
            <a:ext cx="6378498" cy="47838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repaired 1949.3 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59653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Cut and re-weld xx-xx from (BS13-12)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- 5124</vt:lpstr>
      <vt:lpstr>Pipe section / Details</vt:lpstr>
      <vt:lpstr>Overview of anomaly</vt:lpstr>
      <vt:lpstr>Wire damage at length 1949.3m photo</vt:lpstr>
      <vt:lpstr>After repaired 1949.3 m Photo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Mohd Rezuwan Hamzah</cp:lastModifiedBy>
  <cp:revision>544</cp:revision>
  <dcterms:created xsi:type="dcterms:W3CDTF">2017-01-06T20:47:07Z</dcterms:created>
  <dcterms:modified xsi:type="dcterms:W3CDTF">2023-05-24T06:16:10Z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