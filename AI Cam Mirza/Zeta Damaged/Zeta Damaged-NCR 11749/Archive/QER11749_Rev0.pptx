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3"/>
  </p:notesMasterIdLst>
  <p:sldIdLst>
    <p:sldId id="276" r:id="rId6"/>
    <p:sldId id="281" r:id="rId7"/>
    <p:sldId id="285" r:id="rId8"/>
    <p:sldId id="295" r:id="rId9"/>
    <p:sldId id="296" r:id="rId10"/>
    <p:sldId id="297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114" d="100"/>
          <a:sy n="114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25-Oct-24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185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QER11749</a:t>
            </a: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7666836" cy="384717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 : JULIMAR DEVELOPMENT PHASE 3 SF301229C002.03 - Zeta wire damaged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287164"/>
              </p:ext>
            </p:extLst>
          </p:nvPr>
        </p:nvGraphicFramePr>
        <p:xfrm>
          <a:off x="947851" y="1128750"/>
          <a:ext cx="10203366" cy="4926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1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8474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301229C002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JULIMAR DEVELOPMENT PHASE 3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934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SF301229C002.03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ST203.72124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161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+mj-lt"/>
                        </a:rPr>
                        <a:t>Zeta Pressure Vault</a:t>
                      </a:r>
                      <a:endParaRPr lang="en-GB" sz="2000" b="0" dirty="0">
                        <a:effectLst/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014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768.2m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6031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ZETA wire 6.2 FI09 (MP205)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568712" y="1107603"/>
            <a:ext cx="11017405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 :-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of JULIMAR DEVELOPMENT PHASE 3 SF301229C002.03 (ST203.72124), zeta wire damage was detected after accumulator at length 768.2m.</a:t>
            </a:r>
          </a:p>
          <a:p>
            <a:endParaRPr lang="en-US" sz="1200" b="1" u="sng" dirty="0">
              <a:solidFill>
                <a:srgbClr val="22222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</a:endParaRPr>
          </a:p>
          <a:p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 :- </a:t>
            </a:r>
          </a:p>
          <a:p>
            <a:pPr>
              <a:lnSpc>
                <a:spcPct val="150000"/>
              </a:lnSpc>
            </a:pP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was identified due to zeta wire offset/dislocated from roller accumulator and lead the wire damaged. The wire was dislocated due to gap for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adjustment roller is too big (Original Design).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CA: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Fabricate new design for accumulator adjustment shaft.</a:t>
            </a:r>
          </a:p>
          <a:p>
            <a:pPr>
              <a:lnSpc>
                <a:spcPct val="150000"/>
              </a:lnSpc>
            </a:pPr>
            <a:endParaRPr lang="en-US" sz="1400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</a:t>
            </a:r>
            <a:r>
              <a:rPr lang="en-US" sz="20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:-</a:t>
            </a:r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 fontAlgn="t"/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Production performed un-spiralling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,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removed affected wires and re-weld before proceeding spiralling process. Dimension after repaired are all within criteria and accepted as per DP-QCP-08DAQT001.</a:t>
            </a:r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 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Defect Photos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814049" y="5850388"/>
            <a:ext cx="10716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Z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eta wire damage was detected after accumulator at length 768.2m.</a:t>
            </a:r>
          </a:p>
        </p:txBody>
      </p:sp>
      <p:pic>
        <p:nvPicPr>
          <p:cNvPr id="6" name="Picture 5" descr="A close-up of a machine&#10;&#10;Description automatically generated">
            <a:extLst>
              <a:ext uri="{FF2B5EF4-FFF2-40B4-BE49-F238E27FC236}">
                <a16:creationId xmlns:a16="http://schemas.microsoft.com/office/drawing/2014/main" id="{B2A25814-44F1-AA8D-49AB-8F0FCE975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139" y="1120136"/>
            <a:ext cx="6003721" cy="4502791"/>
          </a:xfrm>
          <a:prstGeom prst="rect">
            <a:avLst/>
          </a:prstGeom>
          <a:ln>
            <a:solidFill>
              <a:srgbClr val="08080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43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389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466970" y="5783469"/>
            <a:ext cx="9639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was identified due to zeta wire offset/dislocated from roller accumulator and lead the wire damaged. </a:t>
            </a:r>
          </a:p>
        </p:txBody>
      </p:sp>
      <p:pic>
        <p:nvPicPr>
          <p:cNvPr id="17" name="Picture 16" descr="Close-up of a machine&#10;&#10;Description automatically generated">
            <a:extLst>
              <a:ext uri="{FF2B5EF4-FFF2-40B4-BE49-F238E27FC236}">
                <a16:creationId xmlns:a16="http://schemas.microsoft.com/office/drawing/2014/main" id="{40F5984B-8C27-A372-80DC-94546AE0F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050" y="1049947"/>
            <a:ext cx="4555737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Arrow: Up 17">
            <a:extLst>
              <a:ext uri="{FF2B5EF4-FFF2-40B4-BE49-F238E27FC236}">
                <a16:creationId xmlns:a16="http://schemas.microsoft.com/office/drawing/2014/main" id="{AAC003AA-F0EC-2BFB-C5EF-F67B26E4F06A}"/>
              </a:ext>
            </a:extLst>
          </p:cNvPr>
          <p:cNvSpPr/>
          <p:nvPr/>
        </p:nvSpPr>
        <p:spPr>
          <a:xfrm>
            <a:off x="5255240" y="3027727"/>
            <a:ext cx="713678" cy="2185639"/>
          </a:xfrm>
          <a:prstGeom prst="upArrow">
            <a:avLst/>
          </a:prstGeom>
          <a:solidFill>
            <a:srgbClr val="FF0000"/>
          </a:solidFill>
          <a:ln>
            <a:solidFill>
              <a:srgbClr val="0808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75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389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148575" y="5783469"/>
            <a:ext cx="10158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/>
            <a:r>
              <a:rPr lang="en-US" sz="1400" b="1" dirty="0"/>
              <a:t>Figure 3 </a:t>
            </a:r>
            <a:r>
              <a:rPr lang="en-US" sz="1400" dirty="0"/>
              <a:t>: 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Production performed un-spiralling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,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removed affected wires and re-weld before proceeding spiralling process. Dimension after repaired are all within criteria and accepted as per DP-QCP-08DAQT001.</a:t>
            </a:r>
            <a:endParaRPr lang="en-US" sz="1400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pic>
        <p:nvPicPr>
          <p:cNvPr id="5" name="Picture 4" descr="A close-up of a machine&#10;&#10;Description automatically generated">
            <a:extLst>
              <a:ext uri="{FF2B5EF4-FFF2-40B4-BE49-F238E27FC236}">
                <a16:creationId xmlns:a16="http://schemas.microsoft.com/office/drawing/2014/main" id="{08C2B064-BB56-521A-ED29-4FAC1321B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225" y="1061098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581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250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QER11749</vt:lpstr>
      <vt:lpstr>Pipe section / Details</vt:lpstr>
      <vt:lpstr>Overview of anomaly </vt:lpstr>
      <vt:lpstr>Defect Photos</vt:lpstr>
      <vt:lpstr>Root Cause</vt:lpstr>
      <vt:lpstr>Photo 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MuhammadAiman Mahzan</cp:lastModifiedBy>
  <cp:revision>591</cp:revision>
  <dcterms:created xsi:type="dcterms:W3CDTF">2017-01-06T20:47:07Z</dcterms:created>
  <dcterms:modified xsi:type="dcterms:W3CDTF">2024-10-25T06:54:01Z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