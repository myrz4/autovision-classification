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 id="2147483716" r:id="rId3"/>
    <p:sldMasterId id="2147483710" r:id="rId4"/>
    <p:sldMasterId id="2147483723" r:id="rId5"/>
  </p:sldMasterIdLst>
  <p:notesMasterIdLst>
    <p:notesMasterId r:id="rId14"/>
  </p:notesMasterIdLst>
  <p:sldIdLst>
    <p:sldId id="276" r:id="rId6"/>
    <p:sldId id="281" r:id="rId7"/>
    <p:sldId id="285" r:id="rId8"/>
    <p:sldId id="288" r:id="rId9"/>
    <p:sldId id="310" r:id="rId10"/>
    <p:sldId id="312" r:id="rId11"/>
    <p:sldId id="314" r:id="rId12"/>
    <p:sldId id="27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FF"/>
    <a:srgbClr val="CB2C30"/>
    <a:srgbClr val="494D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58" autoAdjust="0"/>
    <p:restoredTop sz="96120" autoAdjust="0"/>
  </p:normalViewPr>
  <p:slideViewPr>
    <p:cSldViewPr snapToGrid="0">
      <p:cViewPr varScale="1">
        <p:scale>
          <a:sx n="114" d="100"/>
          <a:sy n="114" d="100"/>
        </p:scale>
        <p:origin x="732" y="102"/>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6BAAD-1FB8-463E-98EC-4A9AB5876F30}" type="datetimeFigureOut">
              <a:rPr lang="en-US" smtClean="0"/>
              <a:t>21-Nov-24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A596D-E0A5-4850-848A-42B87D1D7570}" type="slidenum">
              <a:rPr lang="en-US" smtClean="0"/>
              <a:t>‹#›</a:t>
            </a:fld>
            <a:endParaRPr lang="en-US"/>
          </a:p>
        </p:txBody>
      </p:sp>
    </p:spTree>
    <p:extLst>
      <p:ext uri="{BB962C8B-B14F-4D97-AF65-F5344CB8AC3E}">
        <p14:creationId xmlns:p14="http://schemas.microsoft.com/office/powerpoint/2010/main" val="1518184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54665" y="1632985"/>
            <a:ext cx="11125200" cy="3894138"/>
          </a:xfrm>
          <a:prstGeom prst="rect">
            <a:avLst/>
          </a:prstGeom>
        </p:spPr>
        <p:txBody>
          <a:bodyPr/>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2"/>
          <p:cNvSpPr>
            <a:spLocks noGrp="1"/>
          </p:cNvSpPr>
          <p:nvPr>
            <p:ph type="title"/>
          </p:nvPr>
        </p:nvSpPr>
        <p:spPr>
          <a:xfrm>
            <a:off x="533400" y="156654"/>
            <a:ext cx="11125200" cy="915035"/>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47088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 Text">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533400" y="1632985"/>
            <a:ext cx="11125200" cy="2862755"/>
          </a:xfrm>
          <a:prstGeom prst="rect">
            <a:avLst/>
          </a:prstGeom>
        </p:spPr>
        <p:txBody>
          <a:bodyPr numCol="2"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2 Column Text (20pt)</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8"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392016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Column Text">
    <p:spTree>
      <p:nvGrpSpPr>
        <p:cNvPr id="1" name=""/>
        <p:cNvGrpSpPr/>
        <p:nvPr/>
      </p:nvGrpSpPr>
      <p:grpSpPr>
        <a:xfrm>
          <a:off x="0" y="0"/>
          <a:ext cx="0" cy="0"/>
          <a:chOff x="0" y="0"/>
          <a:chExt cx="0" cy="0"/>
        </a:xfrm>
      </p:grpSpPr>
      <p:sp>
        <p:nvSpPr>
          <p:cNvPr id="5" name="Text Placeholder 6"/>
          <p:cNvSpPr>
            <a:spLocks noGrp="1"/>
          </p:cNvSpPr>
          <p:nvPr>
            <p:ph type="body" sz="quarter" idx="10" hasCustomPrompt="1"/>
          </p:nvPr>
        </p:nvSpPr>
        <p:spPr>
          <a:xfrm>
            <a:off x="533400" y="1632985"/>
            <a:ext cx="11125200" cy="3894138"/>
          </a:xfrm>
          <a:prstGeom prst="rect">
            <a:avLst/>
          </a:prstGeom>
        </p:spPr>
        <p:txBody>
          <a:bodyPr numCol="3" spcCol="228600"/>
          <a:lstStyle>
            <a:lvl1pPr>
              <a:defRPr sz="2000" b="0">
                <a:latin typeface="Arial" panose="020B0604020202020204" pitchFamily="34" charset="0"/>
                <a:cs typeface="Arial" panose="020B0604020202020204" pitchFamily="34" charset="0"/>
              </a:defRPr>
            </a:lvl1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3 Column Text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endParaRPr lang="en-US" sz="2000" b="1" dirty="0">
              <a:solidFill>
                <a:schemeClr val="tx2"/>
              </a:solidFill>
              <a:latin typeface="Arial" panose="020B0604020202020204" pitchFamily="34" charset="0"/>
              <a:cs typeface="Arial" panose="020B0604020202020204" pitchFamily="34" charset="0"/>
            </a:endParaRPr>
          </a:p>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Subheading </a:t>
            </a:r>
          </a:p>
          <a:p>
            <a:pPr>
              <a:spcAft>
                <a:spcPts val="600"/>
              </a:spcAft>
              <a:tabLst>
                <a:tab pos="798513" algn="l"/>
              </a:tabLst>
            </a:pPr>
            <a:r>
              <a:rPr lang="en-US" sz="2000" dirty="0">
                <a:solidFill>
                  <a:srgbClr val="494D4A"/>
                </a:solidFill>
                <a:latin typeface="Arial" panose="020B0604020202020204" pitchFamily="34" charset="0"/>
                <a:cs typeface="Arial" panose="020B0604020202020204" pitchFamily="34" charset="0"/>
              </a:rPr>
              <a:t>Body text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chemeClr val="bg1">
                  <a:lumMod val="50000"/>
                </a:schemeClr>
              </a:solidFill>
              <a:latin typeface="Arial" panose="020B0604020202020204" pitchFamily="34" charset="0"/>
              <a:cs typeface="Arial" panose="020B0604020202020204" pitchFamily="34" charset="0"/>
            </a:endParaRPr>
          </a:p>
          <a:p>
            <a:pPr marL="517525" indent="-342900">
              <a:spcAft>
                <a:spcPts val="600"/>
              </a:spcAft>
              <a:buClr>
                <a:schemeClr val="tx2"/>
              </a:buClr>
              <a:buSzPct val="80000"/>
              <a:buFont typeface="Webdings" panose="05030102010509060703" pitchFamily="18" charset="2"/>
              <a:buChar char=""/>
              <a:tabLst>
                <a:tab pos="798513" algn="l"/>
              </a:tabLst>
            </a:pPr>
            <a:endParaRPr lang="en-US" sz="2000" dirty="0">
              <a:solidFill>
                <a:srgbClr val="494D4A"/>
              </a:solidFill>
              <a:latin typeface="Arial" panose="020B0604020202020204" pitchFamily="34" charset="0"/>
              <a:cs typeface="Arial" panose="020B0604020202020204" pitchFamily="34" charset="0"/>
            </a:endParaRPr>
          </a:p>
        </p:txBody>
      </p:sp>
      <p:sp>
        <p:nvSpPr>
          <p:cNvPr id="6"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449923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s and Tex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33400" y="1521169"/>
            <a:ext cx="2866541" cy="2775051"/>
          </a:xfrm>
          <a:prstGeom prst="rect">
            <a:avLst/>
          </a:prstGeom>
        </p:spPr>
        <p:txBody>
          <a:bodyPr/>
          <a:lstStyle/>
          <a:p>
            <a:r>
              <a:rPr lang="en-US"/>
              <a:t>Click icon to add picture</a:t>
            </a:r>
          </a:p>
        </p:txBody>
      </p:sp>
      <p:sp>
        <p:nvSpPr>
          <p:cNvPr id="13" name="Picture Placeholder 2"/>
          <p:cNvSpPr>
            <a:spLocks noGrp="1"/>
          </p:cNvSpPr>
          <p:nvPr>
            <p:ph type="pic" sz="quarter" idx="11"/>
          </p:nvPr>
        </p:nvSpPr>
        <p:spPr>
          <a:xfrm>
            <a:off x="4662729" y="1521169"/>
            <a:ext cx="2866541" cy="2775051"/>
          </a:xfrm>
          <a:prstGeom prst="rect">
            <a:avLst/>
          </a:prstGeom>
        </p:spPr>
        <p:txBody>
          <a:bodyPr/>
          <a:lstStyle/>
          <a:p>
            <a:r>
              <a:rPr lang="en-US"/>
              <a:t>Click icon to add picture</a:t>
            </a:r>
          </a:p>
        </p:txBody>
      </p:sp>
      <p:sp>
        <p:nvSpPr>
          <p:cNvPr id="14" name="Picture Placeholder 2"/>
          <p:cNvSpPr>
            <a:spLocks noGrp="1"/>
          </p:cNvSpPr>
          <p:nvPr>
            <p:ph type="pic" sz="quarter" idx="12"/>
          </p:nvPr>
        </p:nvSpPr>
        <p:spPr>
          <a:xfrm>
            <a:off x="8792059" y="1525788"/>
            <a:ext cx="2866541" cy="2775051"/>
          </a:xfrm>
          <a:prstGeom prst="rect">
            <a:avLst/>
          </a:prstGeom>
        </p:spPr>
        <p:txBody>
          <a:bodyPr/>
          <a:lstStyle/>
          <a:p>
            <a:r>
              <a:rPr lang="en-US"/>
              <a:t>Click icon to add picture</a:t>
            </a:r>
          </a:p>
        </p:txBody>
      </p:sp>
      <p:sp>
        <p:nvSpPr>
          <p:cNvPr id="4" name="Text Placeholder 3"/>
          <p:cNvSpPr>
            <a:spLocks noGrp="1"/>
          </p:cNvSpPr>
          <p:nvPr>
            <p:ph type="body" sz="quarter" idx="13" hasCustomPrompt="1"/>
          </p:nvPr>
        </p:nvSpPr>
        <p:spPr>
          <a:xfrm>
            <a:off x="533400" y="4425696"/>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8" name="Text Placeholder 3"/>
          <p:cNvSpPr>
            <a:spLocks noGrp="1"/>
          </p:cNvSpPr>
          <p:nvPr>
            <p:ph type="body" sz="quarter" idx="14" hasCustomPrompt="1"/>
          </p:nvPr>
        </p:nvSpPr>
        <p:spPr>
          <a:xfrm>
            <a:off x="4662488"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9" name="Text Placeholder 3"/>
          <p:cNvSpPr>
            <a:spLocks noGrp="1"/>
          </p:cNvSpPr>
          <p:nvPr>
            <p:ph type="body" sz="quarter" idx="15" hasCustomPrompt="1"/>
          </p:nvPr>
        </p:nvSpPr>
        <p:spPr>
          <a:xfrm>
            <a:off x="8791575" y="4460812"/>
            <a:ext cx="2867025" cy="1708404"/>
          </a:xfrm>
          <a:prstGeom prst="rect">
            <a:avLst/>
          </a:prstGeom>
        </p:spPr>
        <p:txBody>
          <a:bodyPr/>
          <a:lstStyle>
            <a:lvl1pPr>
              <a:defRPr sz="2000" b="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stStyle>
          <a:p>
            <a:pPr>
              <a:spcAft>
                <a:spcPts val="600"/>
              </a:spcAft>
              <a:tabLst>
                <a:tab pos="798513" algn="l"/>
              </a:tabLst>
            </a:pPr>
            <a:r>
              <a:rPr lang="en-US" sz="2000" b="1" dirty="0">
                <a:solidFill>
                  <a:schemeClr val="tx2"/>
                </a:solidFill>
                <a:latin typeface="Arial" panose="020B0604020202020204" pitchFamily="34" charset="0"/>
                <a:cs typeface="Arial" panose="020B0604020202020204" pitchFamily="34" charset="0"/>
              </a:rPr>
              <a:t>Subhead (20pt)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 </a:t>
            </a:r>
          </a:p>
          <a:p>
            <a:pPr marL="517525" indent="-342900">
              <a:spcAft>
                <a:spcPts val="600"/>
              </a:spcAft>
              <a:buClr>
                <a:schemeClr val="tx2"/>
              </a:buClr>
              <a:buSzPct val="80000"/>
              <a:buFont typeface="Webdings" panose="05030102010509060703" pitchFamily="18" charset="2"/>
              <a:buChar char=""/>
              <a:tabLst>
                <a:tab pos="798513" algn="l"/>
              </a:tabLst>
            </a:pPr>
            <a:r>
              <a:rPr lang="en-US" sz="2000" dirty="0">
                <a:solidFill>
                  <a:srgbClr val="494D4A"/>
                </a:solidFill>
                <a:latin typeface="Arial" panose="020B0604020202020204" pitchFamily="34" charset="0"/>
                <a:cs typeface="Arial" panose="020B0604020202020204" pitchFamily="34" charset="0"/>
              </a:rPr>
              <a:t>Bullet</a:t>
            </a:r>
          </a:p>
        </p:txBody>
      </p:sp>
      <p:sp>
        <p:nvSpPr>
          <p:cNvPr id="10" name="Title Placeholder 1"/>
          <p:cNvSpPr>
            <a:spLocks noGrp="1"/>
          </p:cNvSpPr>
          <p:nvPr>
            <p:ph type="title"/>
          </p:nvPr>
        </p:nvSpPr>
        <p:spPr>
          <a:xfrm>
            <a:off x="533400" y="137263"/>
            <a:ext cx="11125200" cy="901815"/>
          </a:xfrm>
          <a:prstGeom prst="rect">
            <a:avLst/>
          </a:prstGeom>
        </p:spPr>
        <p:txBody>
          <a:bodyPr vert="horz" lIns="91440" tIns="45720" rIns="91440" bIns="45720" rtlCol="0" anchor="ctr">
            <a:normAutofit/>
          </a:bodyPr>
          <a:lstStyle>
            <a:lvl1pPr>
              <a:lnSpc>
                <a:spcPct val="100000"/>
              </a:lnSpc>
              <a:defRPr/>
            </a:lvl1pPr>
          </a:lstStyle>
          <a:p>
            <a:r>
              <a:rPr lang="en-US"/>
              <a:t>Click to edit Master title style</a:t>
            </a:r>
            <a:endParaRPr lang="en-US" dirty="0"/>
          </a:p>
        </p:txBody>
      </p:sp>
    </p:spTree>
    <p:extLst>
      <p:ext uri="{BB962C8B-B14F-4D97-AF65-F5344CB8AC3E}">
        <p14:creationId xmlns:p14="http://schemas.microsoft.com/office/powerpoint/2010/main" val="101958647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and Photo">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658630" y="2231346"/>
            <a:ext cx="5800725" cy="916588"/>
          </a:xfrm>
          <a:prstGeom prst="rect">
            <a:avLst/>
          </a:prstGeom>
        </p:spPr>
        <p:txBody>
          <a:bodyPr/>
          <a:lstStyle>
            <a:lvl1pPr>
              <a:lnSpc>
                <a:spcPts val="3500"/>
              </a:lnSpc>
              <a:defRPr sz="3200">
                <a:latin typeface="Arial" panose="020B0604020202020204" pitchFamily="34" charset="0"/>
                <a:cs typeface="Arial" panose="020B0604020202020204" pitchFamily="34" charset="0"/>
              </a:defRPr>
            </a:lvl1pPr>
          </a:lstStyle>
          <a:p>
            <a:r>
              <a:rPr lang="en-US" dirty="0"/>
              <a:t>Click to edit </a:t>
            </a:r>
            <a:br>
              <a:rPr lang="en-US" dirty="0"/>
            </a:br>
            <a:r>
              <a:rPr lang="en-US" dirty="0"/>
              <a:t>Master title style</a:t>
            </a:r>
          </a:p>
        </p:txBody>
      </p:sp>
      <p:sp>
        <p:nvSpPr>
          <p:cNvPr id="6" name="Text Placeholder 10"/>
          <p:cNvSpPr>
            <a:spLocks noGrp="1"/>
          </p:cNvSpPr>
          <p:nvPr>
            <p:ph type="body" sz="quarter" idx="10" hasCustomPrompt="1"/>
          </p:nvPr>
        </p:nvSpPr>
        <p:spPr>
          <a:xfrm>
            <a:off x="658629" y="3498667"/>
            <a:ext cx="5800725" cy="530225"/>
          </a:xfrm>
          <a:prstGeom prst="rect">
            <a:avLst/>
          </a:prstGeom>
        </p:spPr>
        <p:txBody>
          <a:bodyPr/>
          <a:lstStyle>
            <a:lvl1pPr marL="0" indent="0">
              <a:buNone/>
              <a:defRPr sz="1800" b="0">
                <a:latin typeface="Arial" panose="020B0604020202020204" pitchFamily="34" charset="0"/>
                <a:cs typeface="Arial" panose="020B0604020202020204" pitchFamily="34" charset="0"/>
              </a:defRPr>
            </a:lvl1pPr>
          </a:lstStyle>
          <a:p>
            <a:pPr lvl="0"/>
            <a:r>
              <a:rPr lang="en-US" dirty="0"/>
              <a:t>Subtitle (18pt)</a:t>
            </a:r>
          </a:p>
        </p:txBody>
      </p:sp>
      <p:sp>
        <p:nvSpPr>
          <p:cNvPr id="7" name="Text Placeholder 12"/>
          <p:cNvSpPr>
            <a:spLocks noGrp="1"/>
          </p:cNvSpPr>
          <p:nvPr>
            <p:ph type="body" sz="quarter" idx="11" hasCustomPrompt="1"/>
          </p:nvPr>
        </p:nvSpPr>
        <p:spPr>
          <a:xfrm>
            <a:off x="673619" y="4432091"/>
            <a:ext cx="2579247" cy="237346"/>
          </a:xfrm>
          <a:prstGeom prst="rect">
            <a:avLst/>
          </a:prstGeom>
        </p:spPr>
        <p:txBody>
          <a:bodyPr/>
          <a:lstStyle>
            <a:lvl1pPr marL="0" indent="0">
              <a:buNone/>
              <a:defRPr sz="1200" b="0">
                <a:latin typeface="Arial" panose="020B0604020202020204" pitchFamily="34" charset="0"/>
                <a:cs typeface="Arial" panose="020B0604020202020204" pitchFamily="34" charset="0"/>
              </a:defRPr>
            </a:lvl1pPr>
          </a:lstStyle>
          <a:p>
            <a:pPr lvl="0"/>
            <a:r>
              <a:rPr lang="en-US" dirty="0"/>
              <a:t>Date (12pt)</a:t>
            </a:r>
          </a:p>
        </p:txBody>
      </p:sp>
    </p:spTree>
    <p:extLst>
      <p:ext uri="{BB962C8B-B14F-4D97-AF65-F5344CB8AC3E}">
        <p14:creationId xmlns:p14="http://schemas.microsoft.com/office/powerpoint/2010/main" val="3004092789"/>
      </p:ext>
    </p:extLst>
  </p:cSld>
  <p:clrMapOvr>
    <a:masterClrMapping/>
  </p:clrMapOvr>
  <p:extLst>
    <p:ext uri="{DCECCB84-F9BA-43D5-87BE-67443E8EF086}">
      <p15:sldGuideLst xmlns:p15="http://schemas.microsoft.com/office/powerpoint/2012/main">
        <p15:guide id="1" orient="horz" pos="2160">
          <p15:clr>
            <a:srgbClr val="FBAE40"/>
          </p15:clr>
        </p15:guide>
        <p15:guide id="2" pos="6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3" name="Title 2"/>
          <p:cNvSpPr>
            <a:spLocks noGrp="1"/>
          </p:cNvSpPr>
          <p:nvPr userDrawn="1">
            <p:ph type="title"/>
          </p:nvPr>
        </p:nvSpPr>
        <p:spPr>
          <a:xfrm>
            <a:off x="533400" y="354108"/>
            <a:ext cx="11125200" cy="951611"/>
          </a:xfrm>
          <a:prstGeom prst="rect">
            <a:avLst/>
          </a:prstGeom>
        </p:spPr>
        <p:txBody>
          <a:bodyPr/>
          <a:lstStyle>
            <a:lvl1pPr>
              <a:defRPr sz="3200">
                <a:solidFill>
                  <a:schemeClr val="bg1"/>
                </a:solidFill>
              </a:defRPr>
            </a:lvl1pPr>
          </a:lstStyle>
          <a:p>
            <a:r>
              <a:rPr lang="en-US" dirty="0"/>
              <a:t>Click to edit Master title style</a:t>
            </a:r>
          </a:p>
        </p:txBody>
      </p:sp>
      <p:grpSp>
        <p:nvGrpSpPr>
          <p:cNvPr id="2" name="Group 1"/>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00" y="4078941"/>
            <a:ext cx="2940984" cy="2940984"/>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46892" y="6588073"/>
            <a:ext cx="1371600" cy="253257"/>
          </a:xfrm>
          <a:prstGeom prst="rect">
            <a:avLst/>
          </a:prstGeom>
        </p:spPr>
      </p:pic>
    </p:spTree>
    <p:extLst>
      <p:ext uri="{BB962C8B-B14F-4D97-AF65-F5344CB8AC3E}">
        <p14:creationId xmlns:p14="http://schemas.microsoft.com/office/powerpoint/2010/main" val="463028820"/>
      </p:ext>
    </p:extLst>
  </p:cSld>
  <p:clrMapOvr>
    <a:masterClrMapping/>
  </p:clrMapOvr>
  <p:extLst>
    <p:ext uri="{DCECCB84-F9BA-43D5-87BE-67443E8EF086}">
      <p15:sldGuideLst xmlns:p15="http://schemas.microsoft.com/office/powerpoint/2012/main">
        <p15:guide id="1" orient="horz" pos="1152" userDrawn="1">
          <p15:clr>
            <a:srgbClr val="FBAE40"/>
          </p15:clr>
        </p15:guide>
        <p15:guide id="2" pos="73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er Grey">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0" y="3926541"/>
            <a:ext cx="2940984" cy="2940984"/>
            <a:chOff x="0" y="3926541"/>
            <a:chExt cx="2940984" cy="2940984"/>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7"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9"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3821698"/>
      </p:ext>
    </p:extLst>
  </p:cSld>
  <p:clrMapOvr>
    <a:masterClrMapping/>
  </p:clrMapOvr>
  <p:extLst>
    <p:ext uri="{DCECCB84-F9BA-43D5-87BE-67443E8EF086}">
      <p15:sldGuideLst xmlns:p15="http://schemas.microsoft.com/office/powerpoint/2012/main">
        <p15:guide id="1" orient="horz" pos="1152">
          <p15:clr>
            <a:srgbClr val="FBAE40"/>
          </p15:clr>
        </p15:guide>
        <p15:guide id="2" pos="73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Red">
    <p:bg>
      <p:bgPr>
        <a:solidFill>
          <a:schemeClr val="accent2"/>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50866270"/>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grpSp>
        <p:nvGrpSpPr>
          <p:cNvPr id="13" name="Group 12"/>
          <p:cNvGrpSpPr/>
          <p:nvPr userDrawn="1"/>
        </p:nvGrpSpPr>
        <p:grpSpPr>
          <a:xfrm>
            <a:off x="0" y="3926541"/>
            <a:ext cx="2940984" cy="2940984"/>
            <a:chOff x="0" y="3926541"/>
            <a:chExt cx="2940984" cy="2940984"/>
          </a:xfrm>
        </p:grpSpPr>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2452652944"/>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er Purple">
    <p:bg>
      <p:bgPr>
        <a:solidFill>
          <a:schemeClr val="tx2"/>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
        <p:nvSpPr>
          <p:cNvPr id="15" name="Title Placeholder 1"/>
          <p:cNvSpPr>
            <a:spLocks noGrp="1"/>
          </p:cNvSpPr>
          <p:nvPr>
            <p:ph type="title" hasCustomPrompt="1"/>
          </p:nvPr>
        </p:nvSpPr>
        <p:spPr>
          <a:xfrm>
            <a:off x="533400" y="1385508"/>
            <a:ext cx="7203558" cy="1104900"/>
          </a:xfrm>
          <a:prstGeom prst="rect">
            <a:avLst/>
          </a:prstGeom>
        </p:spPr>
        <p:txBody>
          <a:bodyPr vert="horz" lIns="91440" tIns="45720" rIns="91440" bIns="45720" rtlCol="0" anchor="ctr">
            <a:normAutofit/>
          </a:bodyPr>
          <a:lstStyle>
            <a:lvl1pPr>
              <a:lnSpc>
                <a:spcPct val="100000"/>
              </a:lnSpc>
              <a:defRPr sz="3200">
                <a:solidFill>
                  <a:schemeClr val="bg1"/>
                </a:solidFill>
              </a:defRPr>
            </a:lvl1pPr>
          </a:lstStyle>
          <a:p>
            <a:r>
              <a:rPr lang="en-US" dirty="0"/>
              <a:t>Click to edit Master </a:t>
            </a:r>
            <a:br>
              <a:rPr lang="en-US" dirty="0"/>
            </a:br>
            <a:r>
              <a:rPr lang="en-US" dirty="0"/>
              <a:t>title style</a:t>
            </a:r>
          </a:p>
        </p:txBody>
      </p:sp>
      <p:sp>
        <p:nvSpPr>
          <p:cNvPr id="16" name="Text Placeholder 12"/>
          <p:cNvSpPr>
            <a:spLocks noGrp="1"/>
          </p:cNvSpPr>
          <p:nvPr>
            <p:ph type="body" sz="quarter" idx="10"/>
          </p:nvPr>
        </p:nvSpPr>
        <p:spPr>
          <a:xfrm>
            <a:off x="533400" y="2704268"/>
            <a:ext cx="7203558" cy="1186976"/>
          </a:xfrm>
          <a:prstGeom prst="rect">
            <a:avLst/>
          </a:prstGeom>
        </p:spPr>
        <p:txBody>
          <a:bodyPr/>
          <a:lstStyle>
            <a:lvl1pPr>
              <a:defRPr b="0">
                <a:solidFill>
                  <a:schemeClr val="bg1"/>
                </a:solidFill>
                <a:latin typeface="Arial" panose="020B0604020202020204" pitchFamily="34" charset="0"/>
                <a:cs typeface="Arial" panose="020B0604020202020204" pitchFamily="34" charset="0"/>
              </a:defRPr>
            </a:lvl1pPr>
          </a:lstStyle>
          <a:p>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3436081"/>
      </p:ext>
    </p:extLst>
  </p:cSld>
  <p:clrMapOvr>
    <a:masterClrMapping/>
  </p:clrMapOvr>
  <p:extLst>
    <p:ext uri="{DCECCB84-F9BA-43D5-87BE-67443E8EF086}">
      <p15:sldGuideLst xmlns:p15="http://schemas.microsoft.com/office/powerpoint/2012/main">
        <p15:guide id="1" orient="horz" pos="1152" userDrawn="1">
          <p15:clr>
            <a:srgbClr val="FBAE40"/>
          </p15:clr>
        </p15:guide>
        <p15:guide id="2" orient="horz" pos="22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Message Take-away">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288006"/>
            <a:ext cx="7476744" cy="3222625"/>
          </a:xfrm>
          <a:prstGeom prst="rect">
            <a:avLst/>
          </a:prstGeom>
        </p:spPr>
        <p:txBody>
          <a:bodyPr/>
          <a:lstStyle>
            <a:lvl1pPr>
              <a:lnSpc>
                <a:spcPct val="100000"/>
              </a:lnSpc>
              <a:defRPr sz="3200">
                <a:solidFill>
                  <a:schemeClr val="bg1"/>
                </a:solidFill>
              </a:defRPr>
            </a:lvl1pPr>
          </a:lstStyle>
          <a:p>
            <a:r>
              <a:rPr lang="en-US" dirty="0"/>
              <a:t>Click to edit Master title style</a:t>
            </a:r>
          </a:p>
        </p:txBody>
      </p:sp>
      <p:grpSp>
        <p:nvGrpSpPr>
          <p:cNvPr id="12" name="Group 11"/>
          <p:cNvGrpSpPr/>
          <p:nvPr userDrawn="1"/>
        </p:nvGrpSpPr>
        <p:grpSpPr>
          <a:xfrm>
            <a:off x="0" y="3926541"/>
            <a:ext cx="2940984" cy="2940984"/>
            <a:chOff x="0" y="3926541"/>
            <a:chExt cx="2940984" cy="2940984"/>
          </a:xfrm>
        </p:grpSpPr>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26541"/>
              <a:ext cx="2940984" cy="2940984"/>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grpSp>
    </p:spTree>
    <p:extLst>
      <p:ext uri="{BB962C8B-B14F-4D97-AF65-F5344CB8AC3E}">
        <p14:creationId xmlns:p14="http://schemas.microsoft.com/office/powerpoint/2010/main" val="1912782861"/>
      </p:ext>
    </p:extLst>
  </p:cSld>
  <p:clrMapOvr>
    <a:masterClrMapping/>
  </p:clrMapOvr>
  <p:extLst>
    <p:ext uri="{DCECCB84-F9BA-43D5-87BE-67443E8EF086}">
      <p15:sldGuideLst xmlns:p15="http://schemas.microsoft.com/office/powerpoint/2012/main">
        <p15:guide id="1" orient="horz" pos="1152">
          <p15:clr>
            <a:srgbClr val="FBAE40"/>
          </p15:clr>
        </p15:guide>
        <p15:guide id="2" orient="horz" pos="22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953818"/>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xml"/><Relationship Id="rId7"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latin typeface="Arial" panose="020B0604020202020204" pitchFamily="34" charset="0"/>
                <a:cs typeface="Arial" panose="020B0604020202020204" pitchFamily="34" charset="0"/>
              </a:rPr>
              <a:t>Page</a:t>
            </a:r>
            <a:r>
              <a:rPr lang="en-US" sz="900" baseline="0" dirty="0">
                <a:latin typeface="Arial" panose="020B0604020202020204" pitchFamily="34" charset="0"/>
                <a:cs typeface="Arial" panose="020B0604020202020204" pitchFamily="34" charset="0"/>
              </a:rPr>
              <a:t> footer text  </a:t>
            </a:r>
            <a:r>
              <a:rPr lang="en-US" sz="900" dirty="0">
                <a:latin typeface="Arial" panose="020B0604020202020204" pitchFamily="34" charset="0"/>
                <a:cs typeface="Arial" panose="020B0604020202020204" pitchFamily="34" charset="0"/>
              </a:rPr>
              <a:t> |  </a:t>
            </a:r>
            <a:fld id="{11B427C5-C2E3-4C10-899D-ACC0DA09E6A6}" type="slidenum">
              <a:rPr lang="en-US" sz="900" smtClean="0">
                <a:latin typeface="Arial" panose="020B0604020202020204" pitchFamily="34" charset="0"/>
                <a:cs typeface="Arial" panose="020B0604020202020204" pitchFamily="34" charset="0"/>
              </a:rPr>
              <a:pPr algn="r"/>
              <a:t>‹#›</a:t>
            </a:fld>
            <a:endParaRPr lang="en-US" sz="900" dirty="0">
              <a:latin typeface="Arial" panose="020B0604020202020204" pitchFamily="34" charset="0"/>
              <a:cs typeface="Arial" panose="020B0604020202020204" pitchFamily="34" charset="0"/>
            </a:endParaRPr>
          </a:p>
        </p:txBody>
      </p:sp>
      <p:pic>
        <p:nvPicPr>
          <p:cNvPr id="4" name="Picture 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3229393985"/>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661" r:id="rId4"/>
  </p:sldLayoutIdLst>
  <p:txStyles>
    <p:titleStyle>
      <a:lvl1pPr algn="l" defTabSz="914400" rtl="0" eaLnBrk="1" latinLnBrk="0" hangingPunct="1">
        <a:lnSpc>
          <a:spcPct val="90000"/>
        </a:lnSpc>
        <a:spcBef>
          <a:spcPct val="0"/>
        </a:spcBef>
        <a:buNone/>
        <a:defRPr sz="32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userDrawn="1">
          <p15:clr>
            <a:srgbClr val="F26B43"/>
          </p15:clr>
        </p15:guide>
        <p15:guide id="2" pos="7152" userDrawn="1">
          <p15:clr>
            <a:srgbClr val="F26B43"/>
          </p15:clr>
        </p15:guide>
        <p15:guide id="3" orient="horz" pos="3864" userDrawn="1">
          <p15:clr>
            <a:srgbClr val="F26B43"/>
          </p15:clr>
        </p15:guide>
        <p15:guide id="4" orient="horz" pos="456" userDrawn="1">
          <p15:clr>
            <a:srgbClr val="F26B43"/>
          </p15:clr>
        </p15:guide>
        <p15:guide id="5" orient="horz" pos="11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userDrawn="1"/>
        </p:nvGrpSpPr>
        <p:grpSpPr>
          <a:xfrm>
            <a:off x="3092476" y="0"/>
            <a:ext cx="9137356" cy="6867234"/>
            <a:chOff x="25893" y="0"/>
            <a:chExt cx="9137356" cy="6867234"/>
          </a:xfrm>
        </p:grpSpPr>
        <p:sp>
          <p:nvSpPr>
            <p:cNvPr id="8" name="Rectangle 7"/>
            <p:cNvSpPr/>
            <p:nvPr userDrawn="1"/>
          </p:nvSpPr>
          <p:spPr>
            <a:xfrm>
              <a:off x="2685094" y="1285875"/>
              <a:ext cx="6478155" cy="55721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893" y="0"/>
              <a:ext cx="9133010" cy="6867234"/>
            </a:xfrm>
            <a:prstGeom prst="rect">
              <a:avLst/>
            </a:prstGeom>
          </p:spPr>
        </p:pic>
      </p:gr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3383782145"/>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76" y="636924"/>
            <a:ext cx="2972980" cy="548939"/>
          </a:xfrm>
          <a:prstGeom prst="rect">
            <a:avLst/>
          </a:prstGeom>
        </p:spPr>
      </p:pic>
    </p:spTree>
    <p:extLst>
      <p:ext uri="{BB962C8B-B14F-4D97-AF65-F5344CB8AC3E}">
        <p14:creationId xmlns:p14="http://schemas.microsoft.com/office/powerpoint/2010/main" val="1288781904"/>
      </p:ext>
    </p:extLst>
  </p:cSld>
  <p:clrMap bg1="lt1" tx1="dk1" bg2="lt2" tx2="dk2" accent1="accent1" accent2="accent2" accent3="accent3" accent4="accent4" accent5="accent5" accent6="accent6" hlink="hlink" folHlink="folHlink"/>
  <p:sldLayoutIdLst>
    <p:sldLayoutId id="2147483717"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txBox="1">
            <a:spLocks/>
          </p:cNvSpPr>
          <p:nvPr userDrawn="1"/>
        </p:nvSpPr>
        <p:spPr>
          <a:xfrm>
            <a:off x="8337755" y="6414408"/>
            <a:ext cx="3016045"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dirty="0">
                <a:solidFill>
                  <a:schemeClr val="bg1"/>
                </a:solidFill>
                <a:latin typeface="Arial" panose="020B0604020202020204" pitchFamily="34" charset="0"/>
                <a:cs typeface="Arial" panose="020B0604020202020204" pitchFamily="34" charset="0"/>
              </a:rPr>
              <a:t>Page</a:t>
            </a:r>
            <a:r>
              <a:rPr lang="en-US" sz="900" baseline="0" dirty="0">
                <a:solidFill>
                  <a:schemeClr val="bg1"/>
                </a:solidFill>
                <a:latin typeface="Arial" panose="020B0604020202020204" pitchFamily="34" charset="0"/>
                <a:cs typeface="Arial" panose="020B0604020202020204" pitchFamily="34" charset="0"/>
              </a:rPr>
              <a:t> footer text  </a:t>
            </a:r>
            <a:r>
              <a:rPr lang="en-US" sz="900" dirty="0">
                <a:solidFill>
                  <a:schemeClr val="bg1"/>
                </a:solidFill>
                <a:latin typeface="Arial" panose="020B0604020202020204" pitchFamily="34" charset="0"/>
                <a:cs typeface="Arial" panose="020B0604020202020204" pitchFamily="34" charset="0"/>
              </a:rPr>
              <a:t> |  </a:t>
            </a:r>
            <a:fld id="{11B427C5-C2E3-4C10-899D-ACC0DA09E6A6}" type="slidenum">
              <a:rPr lang="en-US" sz="900" smtClean="0">
                <a:solidFill>
                  <a:schemeClr val="bg1"/>
                </a:solidFill>
                <a:latin typeface="Arial" panose="020B0604020202020204" pitchFamily="34" charset="0"/>
                <a:cs typeface="Arial" panose="020B0604020202020204" pitchFamily="34" charset="0"/>
              </a:rPr>
              <a:pPr algn="r"/>
              <a:t>‹#›</a:t>
            </a:fld>
            <a:endParaRPr lang="en-US" sz="900" dirty="0">
              <a:solidFill>
                <a:schemeClr val="bg1"/>
              </a:solidFill>
              <a:latin typeface="Arial" panose="020B0604020202020204" pitchFamily="34" charset="0"/>
              <a:cs typeface="Arial" panose="020B0604020202020204" pitchFamily="34" charset="0"/>
            </a:endParaRPr>
          </a:p>
        </p:txBody>
      </p:sp>
      <p:pic>
        <p:nvPicPr>
          <p:cNvPr id="6" name="Picture 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4492" y="6435673"/>
            <a:ext cx="1371600" cy="253257"/>
          </a:xfrm>
          <a:prstGeom prst="rect">
            <a:avLst/>
          </a:prstGeom>
        </p:spPr>
      </p:pic>
    </p:spTree>
    <p:extLst>
      <p:ext uri="{BB962C8B-B14F-4D97-AF65-F5344CB8AC3E}">
        <p14:creationId xmlns:p14="http://schemas.microsoft.com/office/powerpoint/2010/main" val="475946878"/>
      </p:ext>
    </p:extLst>
  </p:cSld>
  <p:clrMap bg1="lt1" tx1="dk1" bg2="lt2" tx2="dk2" accent1="accent1" accent2="accent2" accent3="accent3" accent4="accent4" accent5="accent5" accent6="accent6" hlink="hlink" folHlink="folHlink"/>
  <p:sldLayoutIdLst>
    <p:sldLayoutId id="2147483715" r:id="rId1"/>
    <p:sldLayoutId id="2147483721" r:id="rId2"/>
    <p:sldLayoutId id="2147483712" r:id="rId3"/>
    <p:sldLayoutId id="2147483713" r:id="rId4"/>
    <p:sldLayoutId id="2147483714" r:id="rId5"/>
    <p:sldLayoutId id="2147483722" r:id="rId6"/>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orient="horz" pos="456" userDrawn="1">
          <p15:clr>
            <a:srgbClr val="F26B43"/>
          </p15:clr>
        </p15:guide>
        <p15:guide id="3" pos="734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96712" y="3168091"/>
            <a:ext cx="2972980" cy="548939"/>
          </a:xfrm>
          <a:prstGeom prst="rect">
            <a:avLst/>
          </a:prstGeom>
        </p:spPr>
      </p:pic>
    </p:spTree>
    <p:extLst>
      <p:ext uri="{BB962C8B-B14F-4D97-AF65-F5344CB8AC3E}">
        <p14:creationId xmlns:p14="http://schemas.microsoft.com/office/powerpoint/2010/main" val="356312966"/>
      </p:ext>
    </p:extLst>
  </p:cSld>
  <p:clrMap bg1="lt1" tx1="dk1" bg2="lt2" tx2="dk2" accent1="accent1" accent2="accent2" accent3="accent3" accent4="accent4" accent5="accent5" accent6="accent6" hlink="hlink" folHlink="folHlink"/>
  <p:sldLayoutIdLst>
    <p:sldLayoutId id="2147483724" r:id="rId1"/>
  </p:sldLayoutIdLst>
  <p:txStyles>
    <p:titleStyle>
      <a:lvl1pPr algn="l" defTabSz="914400" rtl="0" eaLnBrk="1" latinLnBrk="0" hangingPunct="1">
        <a:lnSpc>
          <a:spcPct val="90000"/>
        </a:lnSpc>
        <a:spcBef>
          <a:spcPct val="0"/>
        </a:spcBef>
        <a:buNone/>
        <a:defRPr sz="3000" kern="120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353" y="3174"/>
            <a:ext cx="5736165" cy="6857999"/>
          </a:xfrm>
          <a:prstGeom prst="rect">
            <a:avLst/>
          </a:prstGeom>
        </p:spPr>
      </p:pic>
      <p:sp>
        <p:nvSpPr>
          <p:cNvPr id="11" name="Title 8"/>
          <p:cNvSpPr>
            <a:spLocks noGrp="1"/>
          </p:cNvSpPr>
          <p:nvPr>
            <p:ph type="title"/>
          </p:nvPr>
        </p:nvSpPr>
        <p:spPr>
          <a:xfrm>
            <a:off x="562763" y="2840945"/>
            <a:ext cx="4798688" cy="600754"/>
          </a:xfrm>
        </p:spPr>
        <p:txBody>
          <a:bodyPr/>
          <a:lstStyle/>
          <a:p>
            <a:r>
              <a:rPr lang="en-US" b="1" dirty="0"/>
              <a:t>QER- 10535</a:t>
            </a:r>
            <a:endParaRPr lang="en-US" dirty="0">
              <a:effectLst/>
            </a:endParaRPr>
          </a:p>
        </p:txBody>
      </p:sp>
      <p:sp>
        <p:nvSpPr>
          <p:cNvPr id="15" name="Text Placeholder 9"/>
          <p:cNvSpPr>
            <a:spLocks noGrp="1"/>
          </p:cNvSpPr>
          <p:nvPr>
            <p:ph type="body" sz="quarter" idx="10"/>
          </p:nvPr>
        </p:nvSpPr>
        <p:spPr>
          <a:xfrm>
            <a:off x="580570" y="3416299"/>
            <a:ext cx="8373859" cy="317501"/>
          </a:xfrm>
        </p:spPr>
        <p:txBody>
          <a:bodyPr/>
          <a:lstStyle/>
          <a:p>
            <a:r>
              <a:rPr lang="en-US" sz="1400" b="0" i="0" dirty="0">
                <a:solidFill>
                  <a:srgbClr val="222222"/>
                </a:solidFill>
                <a:effectLst/>
                <a:latin typeface="Open Sans" panose="020B0606030504020204" pitchFamily="34" charset="0"/>
              </a:rPr>
              <a:t>QER: MERAKES EAST PROJECT SF216608C002.03 – Longitudinal scratches on zeta wire</a:t>
            </a:r>
            <a:endParaRPr lang="en-US" sz="1400" dirty="0">
              <a:solidFill>
                <a:srgbClr val="222222"/>
              </a:solidFill>
              <a:latin typeface="Open Sans" panose="020B0606030504020204" pitchFamily="34" charset="0"/>
            </a:endParaRPr>
          </a:p>
          <a:p>
            <a:r>
              <a:rPr lang="en-US" sz="1400" dirty="0">
                <a:solidFill>
                  <a:srgbClr val="222222"/>
                </a:solidFill>
                <a:latin typeface="Open Sans" panose="020B0606030504020204" pitchFamily="34" charset="0"/>
              </a:rPr>
              <a:t>Rev 0</a:t>
            </a:r>
            <a:endParaRPr lang="en-US" sz="1400" dirty="0"/>
          </a:p>
        </p:txBody>
      </p:sp>
    </p:spTree>
    <p:extLst>
      <p:ext uri="{BB962C8B-B14F-4D97-AF65-F5344CB8AC3E}">
        <p14:creationId xmlns:p14="http://schemas.microsoft.com/office/powerpoint/2010/main" val="249022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3500899802"/>
              </p:ext>
            </p:extLst>
          </p:nvPr>
        </p:nvGraphicFramePr>
        <p:xfrm>
          <a:off x="882650" y="1117601"/>
          <a:ext cx="10179050" cy="4805403"/>
        </p:xfrm>
        <a:graphic>
          <a:graphicData uri="http://schemas.openxmlformats.org/drawingml/2006/table">
            <a:tbl>
              <a:tblPr firstRow="1" bandRow="1">
                <a:tableStyleId>{5C22544A-7EE6-4342-B048-85BDC9FD1C3A}</a:tableStyleId>
              </a:tblPr>
              <a:tblGrid>
                <a:gridCol w="5089525">
                  <a:extLst>
                    <a:ext uri="{9D8B030D-6E8A-4147-A177-3AD203B41FA5}">
                      <a16:colId xmlns:a16="http://schemas.microsoft.com/office/drawing/2014/main" val="20000"/>
                    </a:ext>
                  </a:extLst>
                </a:gridCol>
                <a:gridCol w="5089525">
                  <a:extLst>
                    <a:ext uri="{9D8B030D-6E8A-4147-A177-3AD203B41FA5}">
                      <a16:colId xmlns:a16="http://schemas.microsoft.com/office/drawing/2014/main" val="20001"/>
                    </a:ext>
                  </a:extLst>
                </a:gridCol>
              </a:tblGrid>
              <a:tr h="689785">
                <a:tc>
                  <a:txBody>
                    <a:bodyPr/>
                    <a:lstStyle/>
                    <a:p>
                      <a:pPr marL="0" algn="l" defTabSz="914400" rtl="0" eaLnBrk="1" latinLnBrk="0" hangingPunct="1"/>
                      <a:endParaRPr lang="en-US" sz="2000" kern="1200" dirty="0">
                        <a:solidFill>
                          <a:schemeClr val="dk1"/>
                        </a:solidFill>
                        <a:latin typeface="+mn-lt"/>
                        <a:ea typeface="+mn-ea"/>
                        <a:cs typeface="+mn-cs"/>
                      </a:endParaRPr>
                    </a:p>
                    <a:p>
                      <a:pPr marL="0" algn="ctr" defTabSz="914400" rtl="0" eaLnBrk="1" latinLnBrk="0" hangingPunct="1"/>
                      <a:r>
                        <a:rPr lang="en-US" sz="2000" kern="1200" dirty="0">
                          <a:solidFill>
                            <a:schemeClr val="dk1"/>
                          </a:solidFill>
                          <a:latin typeface="+mn-lt"/>
                          <a:ea typeface="+mn-ea"/>
                          <a:cs typeface="+mn-cs"/>
                        </a:rPr>
                        <a:t>Item</a:t>
                      </a:r>
                    </a:p>
                    <a:p>
                      <a:pPr marL="0" algn="ctr" defTabSz="914400" rtl="0" eaLnBrk="1" latinLnBrk="0" hangingPunct="1"/>
                      <a:endParaRPr lang="en-US" sz="2000" kern="1200" dirty="0">
                        <a:solidFill>
                          <a:schemeClr val="dk1"/>
                        </a:solidFill>
                        <a:latin typeface="+mn-lt"/>
                        <a:ea typeface="+mn-ea"/>
                        <a:cs typeface="+mn-cs"/>
                      </a:endParaRPr>
                    </a:p>
                  </a:txBody>
                  <a:tcPr/>
                </a:tc>
                <a:tc>
                  <a:txBody>
                    <a:bodyPr/>
                    <a:lstStyle/>
                    <a:p>
                      <a:pPr marL="0" algn="ctr" defTabSz="914400" rtl="0" eaLnBrk="1" latinLnBrk="0" hangingPunct="1"/>
                      <a:r>
                        <a:rPr lang="en-US" sz="2000" kern="1200" dirty="0">
                          <a:solidFill>
                            <a:schemeClr val="dk1"/>
                          </a:solidFill>
                          <a:latin typeface="+mn-lt"/>
                          <a:ea typeface="+mn-ea"/>
                          <a:cs typeface="+mn-cs"/>
                        </a:rPr>
                        <a:t>Traceability / identification</a:t>
                      </a:r>
                    </a:p>
                  </a:txBody>
                  <a:tcPr anchor="ctr"/>
                </a:tc>
                <a:extLst>
                  <a:ext uri="{0D108BD9-81ED-4DB2-BD59-A6C34878D82A}">
                    <a16:rowId xmlns:a16="http://schemas.microsoft.com/office/drawing/2014/main" val="10000"/>
                  </a:ext>
                </a:extLst>
              </a:tr>
              <a:tr h="538204">
                <a:tc>
                  <a:txBody>
                    <a:bodyPr/>
                    <a:lstStyle/>
                    <a:p>
                      <a:r>
                        <a:rPr lang="en-US" sz="2000" b="1" dirty="0"/>
                        <a:t>Project number</a:t>
                      </a:r>
                    </a:p>
                  </a:txBody>
                  <a:tcPr anchor="ctr"/>
                </a:tc>
                <a:tc>
                  <a:txBody>
                    <a:bodyPr/>
                    <a:lstStyle/>
                    <a:p>
                      <a:r>
                        <a:rPr lang="en-US" sz="1800" b="0" i="0" kern="1200" dirty="0">
                          <a:solidFill>
                            <a:schemeClr val="dk1"/>
                          </a:solidFill>
                          <a:effectLst/>
                          <a:latin typeface="+mn-lt"/>
                          <a:ea typeface="+mn-ea"/>
                          <a:cs typeface="+mn-cs"/>
                        </a:rPr>
                        <a:t>SF216608C002</a:t>
                      </a:r>
                      <a:endParaRPr lang="en-US" sz="2000" dirty="0">
                        <a:effectLst/>
                      </a:endParaRPr>
                    </a:p>
                  </a:txBody>
                  <a:tcPr anchor="ctr"/>
                </a:tc>
                <a:extLst>
                  <a:ext uri="{0D108BD9-81ED-4DB2-BD59-A6C34878D82A}">
                    <a16:rowId xmlns:a16="http://schemas.microsoft.com/office/drawing/2014/main" val="10001"/>
                  </a:ext>
                </a:extLst>
              </a:tr>
              <a:tr h="538204">
                <a:tc>
                  <a:txBody>
                    <a:bodyPr/>
                    <a:lstStyle/>
                    <a:p>
                      <a:r>
                        <a:rPr lang="en-US" sz="2000" b="1" dirty="0"/>
                        <a:t>Project name</a:t>
                      </a:r>
                    </a:p>
                  </a:txBody>
                  <a:tcPr anchor="ctr"/>
                </a:tc>
                <a:tc>
                  <a:txBody>
                    <a:bodyPr/>
                    <a:lstStyle/>
                    <a:p>
                      <a:r>
                        <a:rPr lang="en-US" sz="1800" b="0" i="0" kern="1200" dirty="0">
                          <a:solidFill>
                            <a:schemeClr val="dk1"/>
                          </a:solidFill>
                          <a:effectLst/>
                          <a:latin typeface="+mn-lt"/>
                          <a:ea typeface="+mn-ea"/>
                          <a:cs typeface="+mn-cs"/>
                        </a:rPr>
                        <a:t>MERAKES EAST PROJECT</a:t>
                      </a:r>
                      <a:endParaRPr lang="en-US" sz="2000" dirty="0"/>
                    </a:p>
                  </a:txBody>
                  <a:tcPr anchor="ctr"/>
                </a:tc>
                <a:extLst>
                  <a:ext uri="{0D108BD9-81ED-4DB2-BD59-A6C34878D82A}">
                    <a16:rowId xmlns:a16="http://schemas.microsoft.com/office/drawing/2014/main" val="10002"/>
                  </a:ext>
                </a:extLst>
              </a:tr>
              <a:tr h="538204">
                <a:tc>
                  <a:txBody>
                    <a:bodyPr/>
                    <a:lstStyle/>
                    <a:p>
                      <a:r>
                        <a:rPr lang="en-US" sz="2000" b="1"/>
                        <a:t>Pipe section</a:t>
                      </a:r>
                      <a:endParaRPr lang="en-US" sz="2000" b="1" dirty="0"/>
                    </a:p>
                  </a:txBody>
                  <a:tcPr anchor="ctr"/>
                </a:tc>
                <a:tc>
                  <a:txBody>
                    <a:bodyPr/>
                    <a:lstStyle/>
                    <a:p>
                      <a:r>
                        <a:rPr lang="en-US" sz="1800" b="0" i="0" kern="1200" dirty="0">
                          <a:solidFill>
                            <a:schemeClr val="dk1"/>
                          </a:solidFill>
                          <a:effectLst/>
                          <a:latin typeface="+mn-lt"/>
                          <a:ea typeface="+mn-ea"/>
                          <a:cs typeface="+mn-cs"/>
                        </a:rPr>
                        <a:t>SF216608C002.03</a:t>
                      </a:r>
                      <a:endParaRPr lang="en-US" sz="2000" dirty="0">
                        <a:effectLst/>
                      </a:endParaRPr>
                    </a:p>
                  </a:txBody>
                  <a:tcPr anchor="ctr"/>
                </a:tc>
                <a:extLst>
                  <a:ext uri="{0D108BD9-81ED-4DB2-BD59-A6C34878D82A}">
                    <a16:rowId xmlns:a16="http://schemas.microsoft.com/office/drawing/2014/main" val="10003"/>
                  </a:ext>
                </a:extLst>
              </a:tr>
              <a:tr h="538204">
                <a:tc>
                  <a:txBody>
                    <a:bodyPr/>
                    <a:lstStyle/>
                    <a:p>
                      <a:r>
                        <a:rPr lang="en-US" sz="2000" b="1" dirty="0"/>
                        <a:t>ST number</a:t>
                      </a:r>
                    </a:p>
                  </a:txBody>
                  <a:tcPr anchor="ctr"/>
                </a:tc>
                <a:tc>
                  <a:txBody>
                    <a:bodyPr/>
                    <a:lstStyle/>
                    <a:p>
                      <a:r>
                        <a:rPr lang="en-US" sz="1800" b="0" i="0" kern="1200" dirty="0">
                          <a:solidFill>
                            <a:schemeClr val="dk1"/>
                          </a:solidFill>
                          <a:effectLst/>
                          <a:latin typeface="+mn-lt"/>
                          <a:ea typeface="+mn-ea"/>
                          <a:cs typeface="+mn-cs"/>
                        </a:rPr>
                        <a:t>ST254.72048</a:t>
                      </a:r>
                      <a:endParaRPr lang="en-US" sz="2000" dirty="0"/>
                    </a:p>
                  </a:txBody>
                  <a:tcPr anchor="ctr"/>
                </a:tc>
                <a:extLst>
                  <a:ext uri="{0D108BD9-81ED-4DB2-BD59-A6C34878D82A}">
                    <a16:rowId xmlns:a16="http://schemas.microsoft.com/office/drawing/2014/main" val="10004"/>
                  </a:ext>
                </a:extLst>
              </a:tr>
              <a:tr h="538204">
                <a:tc>
                  <a:txBody>
                    <a:bodyPr/>
                    <a:lstStyle/>
                    <a:p>
                      <a:r>
                        <a:rPr lang="en-US" sz="2000" b="1" dirty="0"/>
                        <a:t>Affected layer / equipment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effectLst/>
                        </a:rPr>
                        <a:t>Zeta vault </a:t>
                      </a:r>
                      <a:r>
                        <a:rPr lang="en-US" sz="2000" dirty="0" err="1">
                          <a:effectLst/>
                        </a:rPr>
                        <a:t>spiralling</a:t>
                      </a:r>
                      <a:endParaRPr lang="en-GB" sz="2000" dirty="0">
                        <a:effectLst/>
                      </a:endParaRPr>
                    </a:p>
                  </a:txBody>
                  <a:tcPr anchor="ctr"/>
                </a:tc>
                <a:extLst>
                  <a:ext uri="{0D108BD9-81ED-4DB2-BD59-A6C34878D82A}">
                    <a16:rowId xmlns:a16="http://schemas.microsoft.com/office/drawing/2014/main" val="10005"/>
                  </a:ext>
                </a:extLst>
              </a:tr>
              <a:tr h="570339">
                <a:tc>
                  <a:txBody>
                    <a:bodyPr/>
                    <a:lstStyle/>
                    <a:p>
                      <a:r>
                        <a:rPr lang="en-US" sz="2000" b="1" dirty="0"/>
                        <a:t>Length</a:t>
                      </a:r>
                      <a:r>
                        <a:rPr lang="en-US" sz="2000" b="1" baseline="0" dirty="0"/>
                        <a:t> affected</a:t>
                      </a:r>
                      <a:endParaRPr lang="en-US" sz="2000" b="1" dirty="0"/>
                    </a:p>
                  </a:txBody>
                  <a:tcPr anchor="ctr"/>
                </a:tc>
                <a:tc>
                  <a:txBody>
                    <a:bodyPr/>
                    <a:lstStyle/>
                    <a:p>
                      <a:pPr marL="0" indent="0">
                        <a:buFont typeface="Arial" panose="020B0604020202020204" pitchFamily="34" charset="0"/>
                        <a:buNone/>
                      </a:pPr>
                      <a:r>
                        <a:rPr lang="en-US" sz="1800" b="0" i="0" kern="1200" dirty="0">
                          <a:solidFill>
                            <a:schemeClr val="dk1"/>
                          </a:solidFill>
                          <a:effectLst/>
                          <a:latin typeface="+mn-lt"/>
                          <a:ea typeface="+mn-ea"/>
                          <a:cs typeface="+mn-cs"/>
                        </a:rPr>
                        <a:t>386.4m till 386.7m.</a:t>
                      </a:r>
                      <a:endParaRPr lang="en-US" sz="2000" dirty="0"/>
                    </a:p>
                  </a:txBody>
                  <a:tcPr anchor="ctr"/>
                </a:tc>
                <a:extLst>
                  <a:ext uri="{0D108BD9-81ED-4DB2-BD59-A6C34878D82A}">
                    <a16:rowId xmlns:a16="http://schemas.microsoft.com/office/drawing/2014/main" val="10006"/>
                  </a:ext>
                </a:extLst>
              </a:tr>
              <a:tr h="538204">
                <a:tc>
                  <a:txBody>
                    <a:bodyPr/>
                    <a:lstStyle/>
                    <a:p>
                      <a:r>
                        <a:rPr lang="en-US" sz="2000" b="1" dirty="0"/>
                        <a:t>Drawing number / MP code / STA / Dimension</a:t>
                      </a:r>
                    </a:p>
                  </a:txBody>
                  <a:tcPr anchor="ctr"/>
                </a:tc>
                <a:tc>
                  <a:txBody>
                    <a:bodyPr/>
                    <a:lstStyle/>
                    <a:p>
                      <a:r>
                        <a:rPr lang="en-US" dirty="0">
                          <a:effectLst/>
                        </a:rPr>
                        <a:t>ZETA 12 FI 11(MP746)</a:t>
                      </a:r>
                      <a:endParaRPr lang="en-US" sz="1800" b="0" dirty="0"/>
                    </a:p>
                  </a:txBody>
                  <a:tcPr anchor="ctr"/>
                </a:tc>
                <a:extLst>
                  <a:ext uri="{0D108BD9-81ED-4DB2-BD59-A6C34878D82A}">
                    <a16:rowId xmlns:a16="http://schemas.microsoft.com/office/drawing/2014/main" val="10007"/>
                  </a:ext>
                </a:extLst>
              </a:tr>
            </a:tbl>
          </a:graphicData>
        </a:graphic>
      </p:graphicFrame>
      <p:sp>
        <p:nvSpPr>
          <p:cNvPr id="6" name="Title 7">
            <a:extLst>
              <a:ext uri="{FF2B5EF4-FFF2-40B4-BE49-F238E27FC236}">
                <a16:creationId xmlns:a16="http://schemas.microsoft.com/office/drawing/2014/main" id="{57EDE61D-85BE-47FE-ADE9-7C624E892B0C}"/>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Pipe section / Details</a:t>
            </a:r>
          </a:p>
        </p:txBody>
      </p:sp>
    </p:spTree>
    <p:extLst>
      <p:ext uri="{BB962C8B-B14F-4D97-AF65-F5344CB8AC3E}">
        <p14:creationId xmlns:p14="http://schemas.microsoft.com/office/powerpoint/2010/main" val="871867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51A6E4E-D3A8-4EC1-BE53-9DF27CD3E17D}"/>
              </a:ext>
            </a:extLst>
          </p:cNvPr>
          <p:cNvSpPr txBox="1"/>
          <p:nvPr/>
        </p:nvSpPr>
        <p:spPr>
          <a:xfrm>
            <a:off x="535259" y="1262806"/>
            <a:ext cx="10995102" cy="3477875"/>
          </a:xfrm>
          <a:prstGeom prst="rect">
            <a:avLst/>
          </a:prstGeom>
          <a:noFill/>
        </p:spPr>
        <p:txBody>
          <a:bodyPr wrap="square" rtlCol="0">
            <a:spAutoFit/>
          </a:bodyPr>
          <a:lstStyle/>
          <a:p>
            <a:r>
              <a:rPr lang="en-US" b="1" u="sng" dirty="0">
                <a:solidFill>
                  <a:srgbClr val="080808"/>
                </a:solidFill>
                <a:effectLst>
                  <a:outerShdw blurRad="38100" dist="38100" dir="2700000" algn="tl">
                    <a:srgbClr val="000000">
                      <a:alpha val="43137"/>
                    </a:srgbClr>
                  </a:outerShdw>
                </a:effectLst>
              </a:rPr>
              <a:t>Problem Description :-</a:t>
            </a:r>
          </a:p>
          <a:p>
            <a:r>
              <a:rPr lang="en-US" sz="1400" b="0" i="0" dirty="0">
                <a:solidFill>
                  <a:srgbClr val="222222"/>
                </a:solidFill>
                <a:effectLst/>
                <a:latin typeface="Open Sans" panose="020B0606030504020204" pitchFamily="34" charset="0"/>
              </a:rPr>
              <a:t>During the zeta spiraling of MERAKES EAST PROJECT SF216608C002.03 (ST254.72048), longitudinal scratches on zeta wire was detected at length 386.4m till 386.7m.</a:t>
            </a:r>
            <a:br>
              <a:rPr lang="en-US" sz="1400" dirty="0"/>
            </a:br>
            <a:br>
              <a:rPr lang="en-US" sz="1400" dirty="0"/>
            </a:br>
            <a:r>
              <a:rPr lang="en-US" sz="1400" b="0" i="0" dirty="0">
                <a:solidFill>
                  <a:srgbClr val="222222"/>
                </a:solidFill>
                <a:effectLst/>
                <a:latin typeface="Open Sans" panose="020B0606030504020204" pitchFamily="34" charset="0"/>
              </a:rPr>
              <a:t>The details of measurement are as per below.</a:t>
            </a:r>
            <a:br>
              <a:rPr lang="en-US" sz="1400" dirty="0"/>
            </a:br>
            <a:r>
              <a:rPr lang="en-US" sz="1400" b="0" i="0" dirty="0">
                <a:solidFill>
                  <a:srgbClr val="222222"/>
                </a:solidFill>
                <a:effectLst/>
                <a:latin typeface="Open Sans" panose="020B0606030504020204" pitchFamily="34" charset="0"/>
              </a:rPr>
              <a:t>- Depth: 129um</a:t>
            </a:r>
            <a:br>
              <a:rPr lang="en-US" sz="1400" dirty="0"/>
            </a:br>
            <a:r>
              <a:rPr lang="en-US" sz="1400" b="0" i="0" dirty="0">
                <a:solidFill>
                  <a:srgbClr val="222222"/>
                </a:solidFill>
                <a:effectLst/>
                <a:latin typeface="Open Sans" panose="020B0606030504020204" pitchFamily="34" charset="0"/>
              </a:rPr>
              <a:t>- Upsetting: N/A</a:t>
            </a:r>
            <a:br>
              <a:rPr lang="en-US" sz="1400" dirty="0"/>
            </a:br>
            <a:endParaRPr lang="en-US" sz="1400" u="sng" dirty="0">
              <a:solidFill>
                <a:srgbClr val="222222"/>
              </a:solidFill>
              <a:latin typeface="Open Sans" panose="020B0606030504020204" pitchFamily="34" charset="0"/>
            </a:endParaRPr>
          </a:p>
          <a:p>
            <a:r>
              <a:rPr lang="en-US" b="1" u="sng" dirty="0">
                <a:solidFill>
                  <a:srgbClr val="080808"/>
                </a:solidFill>
                <a:effectLst>
                  <a:outerShdw blurRad="38100" dist="38100" dir="2700000" algn="tl">
                    <a:srgbClr val="000000">
                      <a:alpha val="43137"/>
                    </a:srgbClr>
                  </a:outerShdw>
                </a:effectLst>
              </a:rPr>
              <a:t>Root Cause :- </a:t>
            </a:r>
          </a:p>
          <a:p>
            <a:r>
              <a:rPr lang="en-US" sz="1400" b="0" i="0" dirty="0">
                <a:solidFill>
                  <a:srgbClr val="222222"/>
                </a:solidFill>
                <a:effectLst/>
                <a:latin typeface="Open Sans" panose="020B0606030504020204" pitchFamily="34" charset="0"/>
              </a:rPr>
              <a:t>The root cause was due to the roller phosphating coating is not suitable for FI11 wire grade.</a:t>
            </a:r>
          </a:p>
          <a:p>
            <a:endParaRPr lang="en-US" sz="1200" b="1" u="sng" dirty="0">
              <a:solidFill>
                <a:srgbClr val="0000FF"/>
              </a:solidFill>
              <a:effectLst>
                <a:outerShdw blurRad="38100" dist="38100" dir="2700000" algn="tl">
                  <a:srgbClr val="000000">
                    <a:alpha val="43137"/>
                  </a:srgbClr>
                </a:outerShdw>
              </a:effectLst>
            </a:endParaRPr>
          </a:p>
          <a:p>
            <a:r>
              <a:rPr lang="en-US" b="1" u="sng" dirty="0">
                <a:solidFill>
                  <a:srgbClr val="080808"/>
                </a:solidFill>
                <a:effectLst>
                  <a:outerShdw blurRad="38100" dist="38100" dir="2700000" algn="tl">
                    <a:srgbClr val="000000">
                      <a:alpha val="43137"/>
                    </a:srgbClr>
                  </a:outerShdw>
                </a:effectLst>
              </a:rPr>
              <a:t>Problem Handling</a:t>
            </a:r>
            <a:r>
              <a:rPr lang="en-US" dirty="0">
                <a:solidFill>
                  <a:srgbClr val="080808"/>
                </a:solidFill>
                <a:effectLst>
                  <a:outerShdw blurRad="38100" dist="38100" dir="2700000" algn="tl">
                    <a:srgbClr val="000000">
                      <a:alpha val="43137"/>
                    </a:srgbClr>
                  </a:outerShdw>
                </a:effectLst>
              </a:rPr>
              <a:t>:-</a:t>
            </a:r>
          </a:p>
          <a:p>
            <a:r>
              <a:rPr lang="en-US" sz="14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longitudinal scratch in red areas is 300um and for the maximum upsetting is 50um. Thus, this defect was accepted as it is.</a:t>
            </a:r>
            <a:endParaRPr lang="en-US" sz="1400" dirty="0">
              <a:effectLst/>
            </a:endParaRPr>
          </a:p>
        </p:txBody>
      </p:sp>
      <p:sp>
        <p:nvSpPr>
          <p:cNvPr id="6" name="Title 7">
            <a:extLst>
              <a:ext uri="{FF2B5EF4-FFF2-40B4-BE49-F238E27FC236}">
                <a16:creationId xmlns:a16="http://schemas.microsoft.com/office/drawing/2014/main" id="{5A1AA70D-F46C-4B5F-A682-101CB5606ABE}"/>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dirty="0">
                <a:solidFill>
                  <a:srgbClr val="080808"/>
                </a:solidFill>
                <a:effectLst>
                  <a:outerShdw blurRad="38100" dist="38100" dir="2700000" algn="tl">
                    <a:srgbClr val="000000">
                      <a:alpha val="43137"/>
                    </a:srgbClr>
                  </a:outerShdw>
                </a:effectLst>
              </a:rPr>
              <a:t>Overview of anomaly</a:t>
            </a:r>
          </a:p>
        </p:txBody>
      </p:sp>
    </p:spTree>
    <p:extLst>
      <p:ext uri="{BB962C8B-B14F-4D97-AF65-F5344CB8AC3E}">
        <p14:creationId xmlns:p14="http://schemas.microsoft.com/office/powerpoint/2010/main" val="4157918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1A7473-B02A-0D80-F885-F832BD5FBAF9}"/>
              </a:ext>
            </a:extLst>
          </p:cNvPr>
          <p:cNvPicPr>
            <a:picLocks noChangeAspect="1"/>
          </p:cNvPicPr>
          <p:nvPr/>
        </p:nvPicPr>
        <p:blipFill rotWithShape="1">
          <a:blip r:embed="rId2"/>
          <a:srcRect l="26342" r="25639"/>
          <a:stretch/>
        </p:blipFill>
        <p:spPr>
          <a:xfrm>
            <a:off x="7650479" y="1366953"/>
            <a:ext cx="4371953" cy="4097145"/>
          </a:xfrm>
          <a:prstGeom prst="rect">
            <a:avLst/>
          </a:prstGeom>
        </p:spPr>
      </p:pic>
      <p:sp>
        <p:nvSpPr>
          <p:cNvPr id="11" name="Oval 10">
            <a:extLst>
              <a:ext uri="{FF2B5EF4-FFF2-40B4-BE49-F238E27FC236}">
                <a16:creationId xmlns:a16="http://schemas.microsoft.com/office/drawing/2014/main" id="{D8FF5AFC-4947-83C8-DD63-F95B29EDAC78}"/>
              </a:ext>
            </a:extLst>
          </p:cNvPr>
          <p:cNvSpPr/>
          <p:nvPr/>
        </p:nvSpPr>
        <p:spPr>
          <a:xfrm>
            <a:off x="8965504" y="2575086"/>
            <a:ext cx="2003367" cy="1627909"/>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69B8AB1-E606-3ADE-6A9E-85775C8CE6BE}"/>
              </a:ext>
            </a:extLst>
          </p:cNvPr>
          <p:cNvPicPr>
            <a:picLocks noChangeAspect="1"/>
          </p:cNvPicPr>
          <p:nvPr/>
        </p:nvPicPr>
        <p:blipFill>
          <a:blip r:embed="rId3"/>
          <a:stretch>
            <a:fillRect/>
          </a:stretch>
        </p:blipFill>
        <p:spPr>
          <a:xfrm>
            <a:off x="430187" y="1826941"/>
            <a:ext cx="6942667" cy="3124200"/>
          </a:xfrm>
          <a:prstGeom prst="rect">
            <a:avLst/>
          </a:prstGeom>
        </p:spPr>
      </p:pic>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000" b="1" dirty="0">
                <a:solidFill>
                  <a:srgbClr val="080808"/>
                </a:solidFill>
              </a:rPr>
              <a:t>Defect Photo</a:t>
            </a:r>
            <a:endParaRPr lang="en-US" sz="4000" b="1" dirty="0">
              <a:solidFill>
                <a:srgbClr val="080808"/>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F8812327-636C-4753-8680-A8898364D124}"/>
              </a:ext>
            </a:extLst>
          </p:cNvPr>
          <p:cNvSpPr txBox="1"/>
          <p:nvPr/>
        </p:nvSpPr>
        <p:spPr>
          <a:xfrm>
            <a:off x="430188" y="5965324"/>
            <a:ext cx="10665979" cy="338554"/>
          </a:xfrm>
          <a:prstGeom prst="rect">
            <a:avLst/>
          </a:prstGeom>
          <a:noFill/>
        </p:spPr>
        <p:txBody>
          <a:bodyPr wrap="square" rtlCol="0">
            <a:spAutoFit/>
          </a:bodyPr>
          <a:lstStyle/>
          <a:p>
            <a:pPr algn="ctr"/>
            <a:r>
              <a:rPr lang="en-US" sz="1400" b="1" dirty="0"/>
              <a:t>Figure 1 </a:t>
            </a:r>
            <a:r>
              <a:rPr lang="en-US" sz="1400" dirty="0"/>
              <a:t>: </a:t>
            </a:r>
            <a:r>
              <a:rPr lang="en-US" sz="1600" b="0" i="0" dirty="0">
                <a:solidFill>
                  <a:srgbClr val="222222"/>
                </a:solidFill>
                <a:effectLst/>
                <a:latin typeface="Open Sans" panose="020B0606030504020204" pitchFamily="34" charset="0"/>
              </a:rPr>
              <a:t> Longitudinal scratches on zeta wire was detected at length 386.4m till 386.7m.</a:t>
            </a:r>
          </a:p>
        </p:txBody>
      </p:sp>
      <p:sp>
        <p:nvSpPr>
          <p:cNvPr id="3" name="AutoShape 2">
            <a:extLst>
              <a:ext uri="{FF2B5EF4-FFF2-40B4-BE49-F238E27FC236}">
                <a16:creationId xmlns:a16="http://schemas.microsoft.com/office/drawing/2014/main" id="{39F23494-57D8-4E8B-A616-70229476E5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35262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000" b="1" dirty="0">
                <a:solidFill>
                  <a:srgbClr val="080808"/>
                </a:solidFill>
                <a:effectLst>
                  <a:outerShdw blurRad="38100" dist="38100" dir="2700000" algn="tl">
                    <a:srgbClr val="000000">
                      <a:alpha val="43137"/>
                    </a:srgbClr>
                  </a:outerShdw>
                </a:effectLst>
              </a:rPr>
              <a:t>Plastic copy measurement</a:t>
            </a:r>
          </a:p>
        </p:txBody>
      </p:sp>
      <p:sp>
        <p:nvSpPr>
          <p:cNvPr id="10" name="TextBox 9">
            <a:extLst>
              <a:ext uri="{FF2B5EF4-FFF2-40B4-BE49-F238E27FC236}">
                <a16:creationId xmlns:a16="http://schemas.microsoft.com/office/drawing/2014/main" id="{F8812327-636C-4753-8680-A8898364D124}"/>
              </a:ext>
            </a:extLst>
          </p:cNvPr>
          <p:cNvSpPr txBox="1"/>
          <p:nvPr/>
        </p:nvSpPr>
        <p:spPr>
          <a:xfrm>
            <a:off x="847893" y="5801945"/>
            <a:ext cx="10665979" cy="1077218"/>
          </a:xfrm>
          <a:prstGeom prst="rect">
            <a:avLst/>
          </a:prstGeom>
          <a:noFill/>
        </p:spPr>
        <p:txBody>
          <a:bodyPr wrap="square" rtlCol="0">
            <a:spAutoFit/>
          </a:bodyPr>
          <a:lstStyle/>
          <a:p>
            <a:pPr algn="ctr"/>
            <a:r>
              <a:rPr lang="en-US" sz="1400" b="1" dirty="0"/>
              <a:t>Figure 2 </a:t>
            </a:r>
            <a:r>
              <a:rPr lang="en-US" sz="1400" dirty="0"/>
              <a:t>: </a:t>
            </a:r>
            <a:r>
              <a:rPr lang="en-US" sz="16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longitudinal scratch in red areas is 300um and for the maximum upsetting is 50um. Thus, this defect was accepted as it is.</a:t>
            </a:r>
            <a:endParaRPr lang="en-US" sz="1600" dirty="0">
              <a:effectLst/>
            </a:endParaRPr>
          </a:p>
          <a:p>
            <a:pPr algn="ctr"/>
            <a:endParaRPr lang="en-US" sz="1600" dirty="0">
              <a:effectLst/>
            </a:endParaRPr>
          </a:p>
        </p:txBody>
      </p:sp>
      <p:sp>
        <p:nvSpPr>
          <p:cNvPr id="3" name="AutoShape 2">
            <a:extLst>
              <a:ext uri="{FF2B5EF4-FFF2-40B4-BE49-F238E27FC236}">
                <a16:creationId xmlns:a16="http://schemas.microsoft.com/office/drawing/2014/main" id="{39F23494-57D8-4E8B-A616-70229476E5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477C578A-D524-D404-92CE-8BAAC359DD22}"/>
              </a:ext>
            </a:extLst>
          </p:cNvPr>
          <p:cNvPicPr>
            <a:picLocks noChangeAspect="1"/>
          </p:cNvPicPr>
          <p:nvPr/>
        </p:nvPicPr>
        <p:blipFill>
          <a:blip r:embed="rId2"/>
          <a:stretch>
            <a:fillRect/>
          </a:stretch>
        </p:blipFill>
        <p:spPr>
          <a:xfrm>
            <a:off x="1137424" y="969312"/>
            <a:ext cx="10568878" cy="4755995"/>
          </a:xfrm>
          <a:prstGeom prst="rect">
            <a:avLst/>
          </a:prstGeom>
        </p:spPr>
      </p:pic>
    </p:spTree>
    <p:extLst>
      <p:ext uri="{BB962C8B-B14F-4D97-AF65-F5344CB8AC3E}">
        <p14:creationId xmlns:p14="http://schemas.microsoft.com/office/powerpoint/2010/main" val="1446720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000" b="1" dirty="0">
                <a:solidFill>
                  <a:srgbClr val="080808"/>
                </a:solidFill>
              </a:rPr>
              <a:t>Defect Photo</a:t>
            </a:r>
            <a:endParaRPr lang="en-US" sz="4000" b="1" dirty="0">
              <a:solidFill>
                <a:srgbClr val="080808"/>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F8812327-636C-4753-8680-A8898364D124}"/>
              </a:ext>
            </a:extLst>
          </p:cNvPr>
          <p:cNvSpPr txBox="1"/>
          <p:nvPr/>
        </p:nvSpPr>
        <p:spPr>
          <a:xfrm>
            <a:off x="865084" y="5965324"/>
            <a:ext cx="10665979" cy="338554"/>
          </a:xfrm>
          <a:prstGeom prst="rect">
            <a:avLst/>
          </a:prstGeom>
          <a:noFill/>
        </p:spPr>
        <p:txBody>
          <a:bodyPr wrap="square" rtlCol="0">
            <a:spAutoFit/>
          </a:bodyPr>
          <a:lstStyle/>
          <a:p>
            <a:pPr algn="ctr"/>
            <a:r>
              <a:rPr lang="en-US" sz="1400" b="1" dirty="0"/>
              <a:t>Figure 3 </a:t>
            </a:r>
            <a:r>
              <a:rPr lang="en-US" sz="1400" dirty="0"/>
              <a:t>: </a:t>
            </a:r>
            <a:r>
              <a:rPr lang="en-US" sz="1600" b="0" i="0" dirty="0">
                <a:solidFill>
                  <a:srgbClr val="222222"/>
                </a:solidFill>
                <a:effectLst/>
                <a:latin typeface="Open Sans" panose="020B0606030504020204" pitchFamily="34" charset="0"/>
              </a:rPr>
              <a:t> Longitudinal scratches on zeta wire was detected at length 386.4m till 386.7m.</a:t>
            </a:r>
          </a:p>
        </p:txBody>
      </p:sp>
      <p:sp>
        <p:nvSpPr>
          <p:cNvPr id="3" name="AutoShape 2">
            <a:extLst>
              <a:ext uri="{FF2B5EF4-FFF2-40B4-BE49-F238E27FC236}">
                <a16:creationId xmlns:a16="http://schemas.microsoft.com/office/drawing/2014/main" id="{39F23494-57D8-4E8B-A616-70229476E5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 close-up of a roll of metal&#10;&#10;Description automatically generated">
            <a:extLst>
              <a:ext uri="{FF2B5EF4-FFF2-40B4-BE49-F238E27FC236}">
                <a16:creationId xmlns:a16="http://schemas.microsoft.com/office/drawing/2014/main" id="{3CB10B62-6367-6529-EF3B-9624F4FF6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084" y="1143000"/>
            <a:ext cx="6096000" cy="4572000"/>
          </a:xfrm>
          <a:prstGeom prst="rect">
            <a:avLst/>
          </a:prstGeom>
        </p:spPr>
      </p:pic>
      <p:pic>
        <p:nvPicPr>
          <p:cNvPr id="15" name="Picture 14" descr="A close-up of a pen&#10;&#10;Description automatically generated">
            <a:extLst>
              <a:ext uri="{FF2B5EF4-FFF2-40B4-BE49-F238E27FC236}">
                <a16:creationId xmlns:a16="http://schemas.microsoft.com/office/drawing/2014/main" id="{18BF3374-35D5-D47E-58BB-D7D827D00F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5063" y="1142999"/>
            <a:ext cx="6096000" cy="4572000"/>
          </a:xfrm>
          <a:prstGeom prst="rect">
            <a:avLst/>
          </a:prstGeom>
        </p:spPr>
      </p:pic>
      <p:sp>
        <p:nvSpPr>
          <p:cNvPr id="16" name="Oval 15">
            <a:extLst>
              <a:ext uri="{FF2B5EF4-FFF2-40B4-BE49-F238E27FC236}">
                <a16:creationId xmlns:a16="http://schemas.microsoft.com/office/drawing/2014/main" id="{D7B0993C-2934-32D6-B600-8F7C196AE3E2}"/>
              </a:ext>
            </a:extLst>
          </p:cNvPr>
          <p:cNvSpPr/>
          <p:nvPr/>
        </p:nvSpPr>
        <p:spPr>
          <a:xfrm>
            <a:off x="8508305" y="2140194"/>
            <a:ext cx="2003367" cy="1627909"/>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902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39F2657-C04B-4DCE-81CE-1281CB7482C9}"/>
              </a:ext>
            </a:extLst>
          </p:cNvPr>
          <p:cNvSpPr>
            <a:spLocks noGrp="1"/>
          </p:cNvSpPr>
          <p:nvPr>
            <p:ph type="title"/>
          </p:nvPr>
        </p:nvSpPr>
        <p:spPr>
          <a:xfrm>
            <a:off x="0" y="-9140"/>
            <a:ext cx="12192000" cy="901815"/>
          </a:xfrm>
          <a:solidFill>
            <a:schemeClr val="accent1">
              <a:lumMod val="60000"/>
              <a:lumOff val="40000"/>
            </a:schemeClr>
          </a:solidFill>
        </p:spPr>
        <p:txBody>
          <a:bodyPr>
            <a:normAutofit/>
          </a:bodyPr>
          <a:lstStyle/>
          <a:p>
            <a:pPr algn="ctr"/>
            <a:r>
              <a:rPr lang="en-US" sz="4000" b="1" dirty="0">
                <a:solidFill>
                  <a:srgbClr val="080808"/>
                </a:solidFill>
                <a:effectLst>
                  <a:outerShdw blurRad="38100" dist="38100" dir="2700000" algn="tl">
                    <a:srgbClr val="000000">
                      <a:alpha val="43137"/>
                    </a:srgbClr>
                  </a:outerShdw>
                </a:effectLst>
              </a:rPr>
              <a:t>Plastic copy measurement</a:t>
            </a:r>
          </a:p>
        </p:txBody>
      </p:sp>
      <p:sp>
        <p:nvSpPr>
          <p:cNvPr id="10" name="TextBox 9">
            <a:extLst>
              <a:ext uri="{FF2B5EF4-FFF2-40B4-BE49-F238E27FC236}">
                <a16:creationId xmlns:a16="http://schemas.microsoft.com/office/drawing/2014/main" id="{F8812327-636C-4753-8680-A8898364D124}"/>
              </a:ext>
            </a:extLst>
          </p:cNvPr>
          <p:cNvSpPr txBox="1"/>
          <p:nvPr/>
        </p:nvSpPr>
        <p:spPr>
          <a:xfrm>
            <a:off x="847893" y="5801945"/>
            <a:ext cx="10665979" cy="1077218"/>
          </a:xfrm>
          <a:prstGeom prst="rect">
            <a:avLst/>
          </a:prstGeom>
          <a:noFill/>
        </p:spPr>
        <p:txBody>
          <a:bodyPr wrap="square" rtlCol="0">
            <a:spAutoFit/>
          </a:bodyPr>
          <a:lstStyle/>
          <a:p>
            <a:pPr algn="ctr"/>
            <a:r>
              <a:rPr lang="en-US" sz="1400" b="1" dirty="0"/>
              <a:t>Figure 4 </a:t>
            </a:r>
            <a:r>
              <a:rPr lang="en-US" sz="1400" dirty="0"/>
              <a:t>: </a:t>
            </a:r>
            <a:r>
              <a:rPr lang="en-US" sz="1600" b="0" i="0" dirty="0">
                <a:solidFill>
                  <a:srgbClr val="222222"/>
                </a:solidFill>
                <a:effectLst/>
                <a:latin typeface="Open Sans" panose="020B0606030504020204" pitchFamily="34" charset="0"/>
              </a:rPr>
              <a:t>According to project acceptance criteria CD_216608C002_str25472048_TR01-09_rev0_An_Pressure vault, the maximum allowable criteria for the depth of longitudinal scratch in red areas is 300um and for the maximum upsetting is 50um. Thus, this defect was accepted as it is.</a:t>
            </a:r>
            <a:endParaRPr lang="en-US" sz="1600" dirty="0">
              <a:effectLst/>
            </a:endParaRPr>
          </a:p>
          <a:p>
            <a:pPr algn="ctr"/>
            <a:endParaRPr lang="en-US" sz="1600" dirty="0">
              <a:effectLst/>
            </a:endParaRPr>
          </a:p>
        </p:txBody>
      </p:sp>
      <p:sp>
        <p:nvSpPr>
          <p:cNvPr id="3" name="AutoShape 2">
            <a:extLst>
              <a:ext uri="{FF2B5EF4-FFF2-40B4-BE49-F238E27FC236}">
                <a16:creationId xmlns:a16="http://schemas.microsoft.com/office/drawing/2014/main" id="{39F23494-57D8-4E8B-A616-70229476E5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descr="A close-up of a grey surface&#10;&#10;Description automatically generated">
            <a:extLst>
              <a:ext uri="{FF2B5EF4-FFF2-40B4-BE49-F238E27FC236}">
                <a16:creationId xmlns:a16="http://schemas.microsoft.com/office/drawing/2014/main" id="{1703E248-368A-203F-51DD-EB2641E520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252" y="1143000"/>
            <a:ext cx="8134695" cy="4572000"/>
          </a:xfrm>
          <a:prstGeom prst="rect">
            <a:avLst/>
          </a:prstGeom>
        </p:spPr>
      </p:pic>
    </p:spTree>
    <p:extLst>
      <p:ext uri="{BB962C8B-B14F-4D97-AF65-F5344CB8AC3E}">
        <p14:creationId xmlns:p14="http://schemas.microsoft.com/office/powerpoint/2010/main" val="2372329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5834" y="0"/>
            <a:ext cx="5736166" cy="6857999"/>
          </a:xfrm>
          <a:prstGeom prst="rect">
            <a:avLst/>
          </a:prstGeom>
        </p:spPr>
      </p:pic>
      <p:sp>
        <p:nvSpPr>
          <p:cNvPr id="2" name="Title 1"/>
          <p:cNvSpPr>
            <a:spLocks noGrp="1"/>
          </p:cNvSpPr>
          <p:nvPr>
            <p:ph type="title"/>
          </p:nvPr>
        </p:nvSpPr>
        <p:spPr>
          <a:xfrm>
            <a:off x="2191809" y="2794000"/>
            <a:ext cx="4958291" cy="1079500"/>
          </a:xfrm>
        </p:spPr>
        <p:txBody>
          <a:bodyPr/>
          <a:lstStyle/>
          <a:p>
            <a:pPr algn="ctr"/>
            <a:br>
              <a:rPr lang="en-US" sz="4800" b="1" dirty="0"/>
            </a:br>
            <a:r>
              <a:rPr lang="en-US" sz="4800" b="1" dirty="0"/>
              <a:t>THANK YOU</a:t>
            </a:r>
          </a:p>
        </p:txBody>
      </p:sp>
    </p:spTree>
    <p:extLst>
      <p:ext uri="{BB962C8B-B14F-4D97-AF65-F5344CB8AC3E}">
        <p14:creationId xmlns:p14="http://schemas.microsoft.com/office/powerpoint/2010/main" val="1886797236"/>
      </p:ext>
    </p:extLst>
  </p:cSld>
  <p:clrMapOvr>
    <a:masterClrMapping/>
  </p:clrMapOvr>
</p:sld>
</file>

<file path=ppt/theme/theme1.xml><?xml version="1.0" encoding="utf-8"?>
<a:theme xmlns:a="http://schemas.openxmlformats.org/drawingml/2006/main" name="Text">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72A50781-4C99-4C03-83CD-FA397A9A26E8}"/>
    </a:ext>
  </a:extLst>
</a:theme>
</file>

<file path=ppt/theme/theme2.xml><?xml version="1.0" encoding="utf-8"?>
<a:theme xmlns:a="http://schemas.openxmlformats.org/drawingml/2006/main" name="Cover ">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264E4DFC-9410-47E4-9B7F-A5442DBCB59B}"/>
    </a:ext>
  </a:extLst>
</a:theme>
</file>

<file path=ppt/theme/theme3.xml><?xml version="1.0" encoding="utf-8"?>
<a:theme xmlns:a="http://schemas.openxmlformats.org/drawingml/2006/main" name="Cover and Photo">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9AFBA3D3-A0A6-4536-B45E-40FDC3D467A0}"/>
    </a:ext>
  </a:extLst>
</a:theme>
</file>

<file path=ppt/theme/theme4.xml><?xml version="1.0" encoding="utf-8"?>
<a:theme xmlns:a="http://schemas.openxmlformats.org/drawingml/2006/main" name="Agenda and Section">
  <a:themeElements>
    <a:clrScheme name="Custom 2">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FFCD00"/>
      </a:accent5>
      <a:accent6>
        <a:srgbClr val="3A913F"/>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EB1971BE-F4B0-49A0-9372-405B1B105A4E}"/>
    </a:ext>
  </a:extLst>
</a:theme>
</file>

<file path=ppt/theme/theme5.xml><?xml version="1.0" encoding="utf-8"?>
<a:theme xmlns:a="http://schemas.openxmlformats.org/drawingml/2006/main" name="Closing Slide Master">
  <a:themeElements>
    <a:clrScheme name="Custom 1">
      <a:dk1>
        <a:srgbClr val="53565A"/>
      </a:dk1>
      <a:lt1>
        <a:sysClr val="window" lastClr="FFFFFF"/>
      </a:lt1>
      <a:dk2>
        <a:srgbClr val="512D6D"/>
      </a:dk2>
      <a:lt2>
        <a:srgbClr val="E7E6E6"/>
      </a:lt2>
      <a:accent1>
        <a:srgbClr val="00A3E0"/>
      </a:accent1>
      <a:accent2>
        <a:srgbClr val="CB2C30"/>
      </a:accent2>
      <a:accent3>
        <a:srgbClr val="757B78"/>
      </a:accent3>
      <a:accent4>
        <a:srgbClr val="A7A8AA"/>
      </a:accent4>
      <a:accent5>
        <a:srgbClr val="D0D0CE"/>
      </a:accent5>
      <a:accent6>
        <a:srgbClr val="FFCD00"/>
      </a:accent6>
      <a:hlink>
        <a:srgbClr val="EA7500"/>
      </a:hlink>
      <a:folHlink>
        <a:srgbClr val="3A913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 9.pptx" id="{C8DDFE6D-F6EB-44FF-9536-D1CDCC38BC26}" vid="{1A4948F9-4CBF-4DD8-A123-ADDEB5543F6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356</Words>
  <Application>Microsoft Office PowerPoint</Application>
  <PresentationFormat>Widescreen</PresentationFormat>
  <Paragraphs>38</Paragraphs>
  <Slides>8</Slides>
  <Notes>0</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8</vt:i4>
      </vt:variant>
    </vt:vector>
  </HeadingPairs>
  <TitlesOfParts>
    <vt:vector size="17" baseType="lpstr">
      <vt:lpstr>Arial</vt:lpstr>
      <vt:lpstr>Calibri</vt:lpstr>
      <vt:lpstr>Open Sans</vt:lpstr>
      <vt:lpstr>Webdings</vt:lpstr>
      <vt:lpstr>Text</vt:lpstr>
      <vt:lpstr>Cover </vt:lpstr>
      <vt:lpstr>Cover and Photo</vt:lpstr>
      <vt:lpstr>Agenda and Section</vt:lpstr>
      <vt:lpstr>Closing Slide Master</vt:lpstr>
      <vt:lpstr>QER- 10535</vt:lpstr>
      <vt:lpstr>Pipe section / Details</vt:lpstr>
      <vt:lpstr>Overview of anomaly</vt:lpstr>
      <vt:lpstr>Defect Photo</vt:lpstr>
      <vt:lpstr>Plastic copy measurement</vt:lpstr>
      <vt:lpstr>Defect Photo</vt:lpstr>
      <vt:lpstr>Plastic copy measurement</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QER 10029_Rev1</dc:title>
  <dc:creator>Sandy Enoch</dc:creator>
  <cp:lastModifiedBy>MuhammadAiman Mahzan</cp:lastModifiedBy>
  <cp:revision>554</cp:revision>
  <dcterms:created xsi:type="dcterms:W3CDTF">2017-01-06T20:47:07Z</dcterms:created>
  <dcterms:modified xsi:type="dcterms:W3CDTF">2024-11-21T02:16:54Z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98a045-e53d-4dce-a8d7-f41d40d412ce_Enabled">
    <vt:lpwstr>True</vt:lpwstr>
  </property>
  <property fmtid="{D5CDD505-2E9C-101B-9397-08002B2CF9AE}" pid="3" name="MSIP_Label_c998a045-e53d-4dce-a8d7-f41d40d412ce_SiteId">
    <vt:lpwstr>0804c951-93a0-405d-80e4-fa87c7551d6a</vt:lpwstr>
  </property>
  <property fmtid="{D5CDD505-2E9C-101B-9397-08002B2CF9AE}" pid="4" name="MSIP_Label_c998a045-e53d-4dce-a8d7-f41d40d412ce_Owner">
    <vt:lpwstr>muhamadrazif.abdullah@technipfmc.com</vt:lpwstr>
  </property>
  <property fmtid="{D5CDD505-2E9C-101B-9397-08002B2CF9AE}" pid="5" name="MSIP_Label_c998a045-e53d-4dce-a8d7-f41d40d412ce_SetDate">
    <vt:lpwstr>2021-06-17T02:46:57.0083478Z</vt:lpwstr>
  </property>
  <property fmtid="{D5CDD505-2E9C-101B-9397-08002B2CF9AE}" pid="6" name="MSIP_Label_c998a045-e53d-4dce-a8d7-f41d40d412ce_Name">
    <vt:lpwstr>General</vt:lpwstr>
  </property>
  <property fmtid="{D5CDD505-2E9C-101B-9397-08002B2CF9AE}" pid="7" name="MSIP_Label_c998a045-e53d-4dce-a8d7-f41d40d412ce_Application">
    <vt:lpwstr>Microsoft Azure Information Protection</vt:lpwstr>
  </property>
  <property fmtid="{D5CDD505-2E9C-101B-9397-08002B2CF9AE}" pid="8" name="MSIP_Label_c998a045-e53d-4dce-a8d7-f41d40d412ce_Extended_MSFT_Method">
    <vt:lpwstr>Automatic</vt:lpwstr>
  </property>
  <property fmtid="{D5CDD505-2E9C-101B-9397-08002B2CF9AE}" pid="9" name="MSIP_Label_3b48b937-0ae3-46f5-b32e-f3232b5be847_Enabled">
    <vt:lpwstr>True</vt:lpwstr>
  </property>
  <property fmtid="{D5CDD505-2E9C-101B-9397-08002B2CF9AE}" pid="10" name="MSIP_Label_3b48b937-0ae3-46f5-b32e-f3232b5be847_SiteId">
    <vt:lpwstr>9179d01a-e94c-4488-b5f0-4554bc474f8c</vt:lpwstr>
  </property>
  <property fmtid="{D5CDD505-2E9C-101B-9397-08002B2CF9AE}" pid="11" name="MSIP_Label_3b48b937-0ae3-46f5-b32e-f3232b5be847_Owner">
    <vt:lpwstr>muizuddin.mohdnoh@technipfmc.com</vt:lpwstr>
  </property>
  <property fmtid="{D5CDD505-2E9C-101B-9397-08002B2CF9AE}" pid="12" name="MSIP_Label_3b48b937-0ae3-46f5-b32e-f3232b5be847_SetDate">
    <vt:lpwstr>2019-07-26T17:37:22.3670000Z</vt:lpwstr>
  </property>
  <property fmtid="{D5CDD505-2E9C-101B-9397-08002B2CF9AE}" pid="13" name="MSIP_Label_3b48b937-0ae3-46f5-b32e-f3232b5be847_Name">
    <vt:lpwstr>General</vt:lpwstr>
  </property>
  <property fmtid="{D5CDD505-2E9C-101B-9397-08002B2CF9AE}" pid="14" name="MSIP_Label_3b48b937-0ae3-46f5-b32e-f3232b5be847_Application">
    <vt:lpwstr>Microsoft Azure Information Protection</vt:lpwstr>
  </property>
  <property fmtid="{D5CDD505-2E9C-101B-9397-08002B2CF9AE}" pid="15" name="MSIP_Label_3b48b937-0ae3-46f5-b32e-f3232b5be847_Extended_MSFT_Method">
    <vt:lpwstr>Automatic</vt:lpwstr>
  </property>
  <property fmtid="{D5CDD505-2E9C-101B-9397-08002B2CF9AE}" pid="16" name="MSIP_Label_8caabacf-b917-4a45-9a5f-ed3a53d2eeb7_Enabled">
    <vt:lpwstr>true</vt:lpwstr>
  </property>
  <property fmtid="{D5CDD505-2E9C-101B-9397-08002B2CF9AE}" pid="17" name="MSIP_Label_8caabacf-b917-4a45-9a5f-ed3a53d2eeb7_SetDate">
    <vt:lpwstr>2021-12-20T23:04:29Z</vt:lpwstr>
  </property>
  <property fmtid="{D5CDD505-2E9C-101B-9397-08002B2CF9AE}" pid="18" name="MSIP_Label_8caabacf-b917-4a45-9a5f-ed3a53d2eeb7_Method">
    <vt:lpwstr>Standard</vt:lpwstr>
  </property>
  <property fmtid="{D5CDD505-2E9C-101B-9397-08002B2CF9AE}" pid="19" name="MSIP_Label_8caabacf-b917-4a45-9a5f-ed3a53d2eeb7_Name">
    <vt:lpwstr>Anyone - No Protection</vt:lpwstr>
  </property>
  <property fmtid="{D5CDD505-2E9C-101B-9397-08002B2CF9AE}" pid="20" name="MSIP_Label_8caabacf-b917-4a45-9a5f-ed3a53d2eeb7_SiteId">
    <vt:lpwstr>0804c951-93a0-405d-80e4-fa87c7551d6a</vt:lpwstr>
  </property>
  <property fmtid="{D5CDD505-2E9C-101B-9397-08002B2CF9AE}" pid="21" name="MSIP_Label_8caabacf-b917-4a45-9a5f-ed3a53d2eeb7_ContentBits">
    <vt:lpwstr>0</vt:lpwstr>
  </property>
</Properties>
</file>