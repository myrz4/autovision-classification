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716" r:id="rId3"/>
    <p:sldMasterId id="2147483710" r:id="rId4"/>
    <p:sldMasterId id="2147483723" r:id="rId5"/>
  </p:sldMasterIdLst>
  <p:notesMasterIdLst>
    <p:notesMasterId r:id="rId11"/>
  </p:notesMasterIdLst>
  <p:sldIdLst>
    <p:sldId id="276" r:id="rId6"/>
    <p:sldId id="281" r:id="rId7"/>
    <p:sldId id="285" r:id="rId8"/>
    <p:sldId id="288" r:id="rId9"/>
    <p:sldId id="279"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FF"/>
    <a:srgbClr val="CB2C30"/>
    <a:srgbClr val="494D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58" autoAdjust="0"/>
    <p:restoredTop sz="96120" autoAdjust="0"/>
  </p:normalViewPr>
  <p:slideViewPr>
    <p:cSldViewPr snapToGrid="0">
      <p:cViewPr varScale="1">
        <p:scale>
          <a:sx n="114" d="100"/>
          <a:sy n="114" d="100"/>
        </p:scale>
        <p:origin x="732" y="102"/>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6BAAD-1FB8-463E-98EC-4A9AB5876F30}" type="datetimeFigureOut">
              <a:rPr lang="en-US" smtClean="0"/>
              <a:t>05-Nov-24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A596D-E0A5-4850-848A-42B87D1D7570}" type="slidenum">
              <a:rPr lang="en-US" smtClean="0"/>
              <a:t>‹#›</a:t>
            </a:fld>
            <a:endParaRPr lang="en-US"/>
          </a:p>
        </p:txBody>
      </p:sp>
    </p:spTree>
    <p:extLst>
      <p:ext uri="{BB962C8B-B14F-4D97-AF65-F5344CB8AC3E}">
        <p14:creationId xmlns:p14="http://schemas.microsoft.com/office/powerpoint/2010/main" val="151818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54665" y="1632985"/>
            <a:ext cx="11125200" cy="3894138"/>
          </a:xfrm>
          <a:prstGeom prst="rect">
            <a:avLst/>
          </a:prstGeom>
        </p:spPr>
        <p:txBody>
          <a:bodyPr/>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2"/>
          <p:cNvSpPr>
            <a:spLocks noGrp="1"/>
          </p:cNvSpPr>
          <p:nvPr>
            <p:ph type="title"/>
          </p:nvPr>
        </p:nvSpPr>
        <p:spPr>
          <a:xfrm>
            <a:off x="533400" y="156654"/>
            <a:ext cx="11125200" cy="915035"/>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47088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33400" y="1632985"/>
            <a:ext cx="11125200" cy="2862755"/>
          </a:xfrm>
          <a:prstGeom prst="rect">
            <a:avLst/>
          </a:prstGeom>
        </p:spPr>
        <p:txBody>
          <a:bodyPr numCol="2"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2 Column Text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8"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3920163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Column Text">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533400" y="1632985"/>
            <a:ext cx="11125200" cy="3894138"/>
          </a:xfrm>
          <a:prstGeom prst="rect">
            <a:avLst/>
          </a:prstGeom>
        </p:spPr>
        <p:txBody>
          <a:bodyPr numCol="3"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3 Column Text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6"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449923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s and Tex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533400" y="1521169"/>
            <a:ext cx="2866541" cy="2775051"/>
          </a:xfrm>
          <a:prstGeom prst="rect">
            <a:avLst/>
          </a:prstGeom>
        </p:spPr>
        <p:txBody>
          <a:bodyPr/>
          <a:lstStyle/>
          <a:p>
            <a:r>
              <a:rPr lang="en-US"/>
              <a:t>Click icon to add picture</a:t>
            </a:r>
          </a:p>
        </p:txBody>
      </p:sp>
      <p:sp>
        <p:nvSpPr>
          <p:cNvPr id="13" name="Picture Placeholder 2"/>
          <p:cNvSpPr>
            <a:spLocks noGrp="1"/>
          </p:cNvSpPr>
          <p:nvPr>
            <p:ph type="pic" sz="quarter" idx="11"/>
          </p:nvPr>
        </p:nvSpPr>
        <p:spPr>
          <a:xfrm>
            <a:off x="4662729" y="1521169"/>
            <a:ext cx="2866541" cy="2775051"/>
          </a:xfrm>
          <a:prstGeom prst="rect">
            <a:avLst/>
          </a:prstGeom>
        </p:spPr>
        <p:txBody>
          <a:bodyPr/>
          <a:lstStyle/>
          <a:p>
            <a:r>
              <a:rPr lang="en-US"/>
              <a:t>Click icon to add picture</a:t>
            </a:r>
          </a:p>
        </p:txBody>
      </p:sp>
      <p:sp>
        <p:nvSpPr>
          <p:cNvPr id="14" name="Picture Placeholder 2"/>
          <p:cNvSpPr>
            <a:spLocks noGrp="1"/>
          </p:cNvSpPr>
          <p:nvPr>
            <p:ph type="pic" sz="quarter" idx="12"/>
          </p:nvPr>
        </p:nvSpPr>
        <p:spPr>
          <a:xfrm>
            <a:off x="8792059" y="1525788"/>
            <a:ext cx="2866541" cy="2775051"/>
          </a:xfrm>
          <a:prstGeom prst="rect">
            <a:avLst/>
          </a:prstGeom>
        </p:spPr>
        <p:txBody>
          <a:bodyPr/>
          <a:lstStyle/>
          <a:p>
            <a:r>
              <a:rPr lang="en-US"/>
              <a:t>Click icon to add picture</a:t>
            </a:r>
          </a:p>
        </p:txBody>
      </p:sp>
      <p:sp>
        <p:nvSpPr>
          <p:cNvPr id="4" name="Text Placeholder 3"/>
          <p:cNvSpPr>
            <a:spLocks noGrp="1"/>
          </p:cNvSpPr>
          <p:nvPr>
            <p:ph type="body" sz="quarter" idx="13" hasCustomPrompt="1"/>
          </p:nvPr>
        </p:nvSpPr>
        <p:spPr>
          <a:xfrm>
            <a:off x="533400" y="4425696"/>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8" name="Text Placeholder 3"/>
          <p:cNvSpPr>
            <a:spLocks noGrp="1"/>
          </p:cNvSpPr>
          <p:nvPr>
            <p:ph type="body" sz="quarter" idx="14" hasCustomPrompt="1"/>
          </p:nvPr>
        </p:nvSpPr>
        <p:spPr>
          <a:xfrm>
            <a:off x="4662488"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9" name="Text Placeholder 3"/>
          <p:cNvSpPr>
            <a:spLocks noGrp="1"/>
          </p:cNvSpPr>
          <p:nvPr>
            <p:ph type="body" sz="quarter" idx="15" hasCustomPrompt="1"/>
          </p:nvPr>
        </p:nvSpPr>
        <p:spPr>
          <a:xfrm>
            <a:off x="8791575"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01958647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and Photo">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658630" y="2231346"/>
            <a:ext cx="5800725" cy="916588"/>
          </a:xfrm>
          <a:prstGeom prst="rect">
            <a:avLst/>
          </a:prstGeom>
        </p:spPr>
        <p:txBody>
          <a:bodyPr/>
          <a:lstStyle>
            <a:lvl1pPr>
              <a:lnSpc>
                <a:spcPts val="3500"/>
              </a:lnSpc>
              <a:defRPr sz="3200">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sp>
        <p:nvSpPr>
          <p:cNvPr id="6" name="Text Placeholder 10"/>
          <p:cNvSpPr>
            <a:spLocks noGrp="1"/>
          </p:cNvSpPr>
          <p:nvPr>
            <p:ph type="body" sz="quarter" idx="10" hasCustomPrompt="1"/>
          </p:nvPr>
        </p:nvSpPr>
        <p:spPr>
          <a:xfrm>
            <a:off x="658629" y="3498667"/>
            <a:ext cx="5800725" cy="530225"/>
          </a:xfrm>
          <a:prstGeom prst="rect">
            <a:avLst/>
          </a:prstGeom>
        </p:spPr>
        <p:txBody>
          <a:bodyPr/>
          <a:lstStyle>
            <a:lvl1pPr marL="0" indent="0">
              <a:buNone/>
              <a:defRPr sz="1800" b="0">
                <a:latin typeface="Arial" panose="020B0604020202020204" pitchFamily="34" charset="0"/>
                <a:cs typeface="Arial" panose="020B0604020202020204" pitchFamily="34" charset="0"/>
              </a:defRPr>
            </a:lvl1pPr>
          </a:lstStyle>
          <a:p>
            <a:pPr lvl="0"/>
            <a:r>
              <a:rPr lang="en-US" dirty="0"/>
              <a:t>Subtitle (18pt)</a:t>
            </a:r>
          </a:p>
        </p:txBody>
      </p:sp>
      <p:sp>
        <p:nvSpPr>
          <p:cNvPr id="7" name="Text Placeholder 12"/>
          <p:cNvSpPr>
            <a:spLocks noGrp="1"/>
          </p:cNvSpPr>
          <p:nvPr>
            <p:ph type="body" sz="quarter" idx="11" hasCustomPrompt="1"/>
          </p:nvPr>
        </p:nvSpPr>
        <p:spPr>
          <a:xfrm>
            <a:off x="673619" y="4432091"/>
            <a:ext cx="2579247" cy="237346"/>
          </a:xfrm>
          <a:prstGeom prst="rect">
            <a:avLst/>
          </a:prstGeom>
        </p:spPr>
        <p:txBody>
          <a:bodyPr/>
          <a:lstStyle>
            <a:lvl1pPr marL="0" indent="0">
              <a:buNone/>
              <a:defRPr sz="1200" b="0">
                <a:latin typeface="Arial" panose="020B0604020202020204" pitchFamily="34" charset="0"/>
                <a:cs typeface="Arial" panose="020B0604020202020204" pitchFamily="34" charset="0"/>
              </a:defRPr>
            </a:lvl1pPr>
          </a:lstStyle>
          <a:p>
            <a:pPr lvl="0"/>
            <a:r>
              <a:rPr lang="en-US" dirty="0"/>
              <a:t>Date (12pt)</a:t>
            </a:r>
          </a:p>
        </p:txBody>
      </p:sp>
    </p:spTree>
    <p:extLst>
      <p:ext uri="{BB962C8B-B14F-4D97-AF65-F5344CB8AC3E}">
        <p14:creationId xmlns:p14="http://schemas.microsoft.com/office/powerpoint/2010/main" val="3004092789"/>
      </p:ext>
    </p:extLst>
  </p:cSld>
  <p:clrMapOvr>
    <a:masterClrMapping/>
  </p:clrMapOvr>
  <p:extLst>
    <p:ext uri="{DCECCB84-F9BA-43D5-87BE-67443E8EF086}">
      <p15:sldGuideLst xmlns:p15="http://schemas.microsoft.com/office/powerpoint/2012/main">
        <p15:guide id="1" orient="horz" pos="2160">
          <p15:clr>
            <a:srgbClr val="FBAE40"/>
          </p15:clr>
        </p15:guide>
        <p15:guide id="2" pos="6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userDrawn="1">
            <p:ph type="title"/>
          </p:nvPr>
        </p:nvSpPr>
        <p:spPr>
          <a:xfrm>
            <a:off x="533400" y="354108"/>
            <a:ext cx="11125200" cy="951611"/>
          </a:xfrm>
          <a:prstGeom prst="rect">
            <a:avLst/>
          </a:prstGeom>
        </p:spPr>
        <p:txBody>
          <a:bodyPr/>
          <a:lstStyle>
            <a:lvl1pPr>
              <a:defRPr sz="3200">
                <a:solidFill>
                  <a:schemeClr val="bg1"/>
                </a:solidFill>
              </a:defRPr>
            </a:lvl1pPr>
          </a:lstStyle>
          <a:p>
            <a:r>
              <a:rPr lang="en-US" dirty="0"/>
              <a:t>Click to edit Master title style</a:t>
            </a:r>
          </a:p>
        </p:txBody>
      </p:sp>
      <p:grpSp>
        <p:nvGrpSpPr>
          <p:cNvPr id="2" name="Group 1"/>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00" y="4078941"/>
            <a:ext cx="2940984" cy="2940984"/>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46892" y="6588073"/>
            <a:ext cx="1371600" cy="253257"/>
          </a:xfrm>
          <a:prstGeom prst="rect">
            <a:avLst/>
          </a:prstGeom>
        </p:spPr>
      </p:pic>
    </p:spTree>
    <p:extLst>
      <p:ext uri="{BB962C8B-B14F-4D97-AF65-F5344CB8AC3E}">
        <p14:creationId xmlns:p14="http://schemas.microsoft.com/office/powerpoint/2010/main" val="463028820"/>
      </p:ext>
    </p:extLst>
  </p:cSld>
  <p:clrMapOvr>
    <a:masterClrMapping/>
  </p:clrMapOvr>
  <p:extLst>
    <p:ext uri="{DCECCB84-F9BA-43D5-87BE-67443E8EF086}">
      <p15:sldGuideLst xmlns:p15="http://schemas.microsoft.com/office/powerpoint/2012/main">
        <p15:guide id="1" orient="horz" pos="1152" userDrawn="1">
          <p15:clr>
            <a:srgbClr val="FBAE40"/>
          </p15:clr>
        </p15:guide>
        <p15:guide id="2" pos="73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er Grey">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7"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9"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3821698"/>
      </p:ext>
    </p:extLst>
  </p:cSld>
  <p:clrMapOvr>
    <a:masterClrMapping/>
  </p:clrMapOvr>
  <p:extLst>
    <p:ext uri="{DCECCB84-F9BA-43D5-87BE-67443E8EF086}">
      <p15:sldGuideLst xmlns:p15="http://schemas.microsoft.com/office/powerpoint/2012/main">
        <p15:guide id="1" orient="horz" pos="1152">
          <p15:clr>
            <a:srgbClr val="FBAE40"/>
          </p15:clr>
        </p15:guide>
        <p15:guide id="2" pos="73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Red">
    <p:bg>
      <p:bgPr>
        <a:solidFill>
          <a:schemeClr val="accent2"/>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50866270"/>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2452652944"/>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er Purple">
    <p:bg>
      <p:bgPr>
        <a:solidFill>
          <a:schemeClr val="tx2"/>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1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1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3436081"/>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Message Take-away">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288006"/>
            <a:ext cx="7476744" cy="3222625"/>
          </a:xfrm>
          <a:prstGeom prst="rect">
            <a:avLst/>
          </a:prstGeom>
        </p:spPr>
        <p:txBody>
          <a:bodyPr/>
          <a:lstStyle>
            <a:lvl1pPr>
              <a:lnSpc>
                <a:spcPct val="100000"/>
              </a:lnSpc>
              <a:defRPr sz="3200">
                <a:solidFill>
                  <a:schemeClr val="bg1"/>
                </a:solidFill>
              </a:defRPr>
            </a:lvl1pPr>
          </a:lstStyle>
          <a:p>
            <a:r>
              <a:rPr lang="en-US" dirty="0"/>
              <a:t>Click to edit Master title style</a:t>
            </a:r>
          </a:p>
        </p:txBody>
      </p:sp>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1912782861"/>
      </p:ext>
    </p:extLst>
  </p:cSld>
  <p:clrMapOvr>
    <a:masterClrMapping/>
  </p:clrMapOvr>
  <p:extLst>
    <p:ext uri="{DCECCB84-F9BA-43D5-87BE-67443E8EF086}">
      <p15:sldGuideLst xmlns:p15="http://schemas.microsoft.com/office/powerpoint/2012/main">
        <p15:guide id="1" orient="horz" pos="1152">
          <p15:clr>
            <a:srgbClr val="FBAE40"/>
          </p15:clr>
        </p15:guide>
        <p15:guide id="2" orient="horz" pos="22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1953818"/>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xml"/><Relationship Id="rId7"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latin typeface="Arial" panose="020B0604020202020204" pitchFamily="34" charset="0"/>
                <a:cs typeface="Arial" panose="020B0604020202020204" pitchFamily="34" charset="0"/>
              </a:rPr>
              <a:t>Page</a:t>
            </a:r>
            <a:r>
              <a:rPr lang="en-US" sz="900" baseline="0" dirty="0">
                <a:latin typeface="Arial" panose="020B0604020202020204" pitchFamily="34" charset="0"/>
                <a:cs typeface="Arial" panose="020B0604020202020204" pitchFamily="34" charset="0"/>
              </a:rPr>
              <a:t> footer text  </a:t>
            </a:r>
            <a:r>
              <a:rPr lang="en-US" sz="900" dirty="0">
                <a:latin typeface="Arial" panose="020B0604020202020204" pitchFamily="34" charset="0"/>
                <a:cs typeface="Arial" panose="020B0604020202020204" pitchFamily="34" charset="0"/>
              </a:rPr>
              <a:t> |  </a:t>
            </a:r>
            <a:fld id="{11B427C5-C2E3-4C10-899D-ACC0DA09E6A6}" type="slidenum">
              <a:rPr lang="en-US" sz="900" smtClean="0">
                <a:latin typeface="Arial" panose="020B0604020202020204" pitchFamily="34" charset="0"/>
                <a:cs typeface="Arial" panose="020B0604020202020204" pitchFamily="34" charset="0"/>
              </a:rPr>
              <a:pPr algn="r"/>
              <a:t>‹#›</a:t>
            </a:fld>
            <a:endParaRPr lang="en-US" sz="900" dirty="0">
              <a:latin typeface="Arial" panose="020B0604020202020204" pitchFamily="34" charset="0"/>
              <a:cs typeface="Arial" panose="020B0604020202020204" pitchFamily="34" charset="0"/>
            </a:endParaRPr>
          </a:p>
        </p:txBody>
      </p:sp>
      <p:pic>
        <p:nvPicPr>
          <p:cNvPr id="4" name="Picture 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322939398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661" r:id="rId4"/>
  </p:sldLayoutIdLst>
  <p:txStyles>
    <p:titleStyle>
      <a:lvl1pPr algn="l" defTabSz="914400" rtl="0" eaLnBrk="1" latinLnBrk="0" hangingPunct="1">
        <a:lnSpc>
          <a:spcPct val="90000"/>
        </a:lnSpc>
        <a:spcBef>
          <a:spcPct val="0"/>
        </a:spcBef>
        <a:buNone/>
        <a:defRPr sz="32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userDrawn="1">
          <p15:clr>
            <a:srgbClr val="F26B43"/>
          </p15:clr>
        </p15:guide>
        <p15:guide id="2" pos="7152" userDrawn="1">
          <p15:clr>
            <a:srgbClr val="F26B43"/>
          </p15:clr>
        </p15:guide>
        <p15:guide id="3" orient="horz" pos="3864" userDrawn="1">
          <p15:clr>
            <a:srgbClr val="F26B43"/>
          </p15:clr>
        </p15:guide>
        <p15:guide id="4" orient="horz" pos="456" userDrawn="1">
          <p15:clr>
            <a:srgbClr val="F26B43"/>
          </p15:clr>
        </p15:guide>
        <p15:guide id="5" orient="horz" pos="11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3092476" y="0"/>
            <a:ext cx="9137356" cy="6867234"/>
            <a:chOff x="25893" y="0"/>
            <a:chExt cx="9137356" cy="6867234"/>
          </a:xfrm>
        </p:grpSpPr>
        <p:sp>
          <p:nvSpPr>
            <p:cNvPr id="8" name="Rectangle 7"/>
            <p:cNvSpPr/>
            <p:nvPr userDrawn="1"/>
          </p:nvSpPr>
          <p:spPr>
            <a:xfrm>
              <a:off x="2685094" y="1285875"/>
              <a:ext cx="6478155" cy="55721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93" y="0"/>
              <a:ext cx="9133010" cy="6867234"/>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3383782145"/>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1288781904"/>
      </p:ext>
    </p:extLst>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solidFill>
                  <a:schemeClr val="bg1"/>
                </a:solidFill>
                <a:latin typeface="Arial" panose="020B0604020202020204" pitchFamily="34" charset="0"/>
                <a:cs typeface="Arial" panose="020B0604020202020204" pitchFamily="34" charset="0"/>
              </a:rPr>
              <a:t>Page</a:t>
            </a:r>
            <a:r>
              <a:rPr lang="en-US" sz="900" baseline="0" dirty="0">
                <a:solidFill>
                  <a:schemeClr val="bg1"/>
                </a:solidFill>
                <a:latin typeface="Arial" panose="020B0604020202020204" pitchFamily="34" charset="0"/>
                <a:cs typeface="Arial" panose="020B0604020202020204" pitchFamily="34" charset="0"/>
              </a:rPr>
              <a:t> footer text  </a:t>
            </a:r>
            <a:r>
              <a:rPr lang="en-US" sz="900" dirty="0">
                <a:solidFill>
                  <a:schemeClr val="bg1"/>
                </a:solidFill>
                <a:latin typeface="Arial" panose="020B0604020202020204" pitchFamily="34" charset="0"/>
                <a:cs typeface="Arial" panose="020B0604020202020204" pitchFamily="34" charset="0"/>
              </a:rPr>
              <a:t> |  </a:t>
            </a:r>
            <a:fld id="{11B427C5-C2E3-4C10-899D-ACC0DA09E6A6}" type="slidenum">
              <a:rPr lang="en-US" sz="900" smtClean="0">
                <a:solidFill>
                  <a:schemeClr val="bg1"/>
                </a:solidFill>
                <a:latin typeface="Arial" panose="020B0604020202020204" pitchFamily="34" charset="0"/>
                <a:cs typeface="Arial" panose="020B0604020202020204" pitchFamily="34" charset="0"/>
              </a:rPr>
              <a:pPr algn="r"/>
              <a:t>‹#›</a:t>
            </a:fld>
            <a:endParaRPr lang="en-US" sz="900" dirty="0">
              <a:solidFill>
                <a:schemeClr val="bg1"/>
              </a:solidFill>
              <a:latin typeface="Arial" panose="020B0604020202020204" pitchFamily="34" charset="0"/>
              <a:cs typeface="Arial" panose="020B0604020202020204" pitchFamily="34" charset="0"/>
            </a:endParaRPr>
          </a:p>
        </p:txBody>
      </p:sp>
      <p:pic>
        <p:nvPicPr>
          <p:cNvPr id="6" name="Picture 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475946878"/>
      </p:ext>
    </p:extLst>
  </p:cSld>
  <p:clrMap bg1="lt1" tx1="dk1" bg2="lt2" tx2="dk2" accent1="accent1" accent2="accent2" accent3="accent3" accent4="accent4" accent5="accent5" accent6="accent6" hlink="hlink" folHlink="folHlink"/>
  <p:sldLayoutIdLst>
    <p:sldLayoutId id="2147483715" r:id="rId1"/>
    <p:sldLayoutId id="2147483721" r:id="rId2"/>
    <p:sldLayoutId id="2147483712" r:id="rId3"/>
    <p:sldLayoutId id="2147483713" r:id="rId4"/>
    <p:sldLayoutId id="2147483714" r:id="rId5"/>
    <p:sldLayoutId id="2147483722" r:id="rId6"/>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orient="horz" pos="456" userDrawn="1">
          <p15:clr>
            <a:srgbClr val="F26B43"/>
          </p15:clr>
        </p15:guide>
        <p15:guide id="3" pos="734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96712" y="3168091"/>
            <a:ext cx="2972980" cy="548939"/>
          </a:xfrm>
          <a:prstGeom prst="rect">
            <a:avLst/>
          </a:prstGeom>
        </p:spPr>
      </p:pic>
    </p:spTree>
    <p:extLst>
      <p:ext uri="{BB962C8B-B14F-4D97-AF65-F5344CB8AC3E}">
        <p14:creationId xmlns:p14="http://schemas.microsoft.com/office/powerpoint/2010/main" val="356312966"/>
      </p:ext>
    </p:extLst>
  </p:cSld>
  <p:clrMap bg1="lt1" tx1="dk1" bg2="lt2" tx2="dk2" accent1="accent1" accent2="accent2" accent3="accent3" accent4="accent4" accent5="accent5" accent6="accent6" hlink="hlink" folHlink="folHlink"/>
  <p:sldLayoutIdLst>
    <p:sldLayoutId id="2147483724"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3185" y="0"/>
            <a:ext cx="5736165" cy="6857999"/>
          </a:xfrm>
          <a:prstGeom prst="rect">
            <a:avLst/>
          </a:prstGeom>
        </p:spPr>
      </p:pic>
      <p:sp>
        <p:nvSpPr>
          <p:cNvPr id="11" name="Title 8"/>
          <p:cNvSpPr>
            <a:spLocks noGrp="1"/>
          </p:cNvSpPr>
          <p:nvPr>
            <p:ph type="title"/>
          </p:nvPr>
        </p:nvSpPr>
        <p:spPr>
          <a:xfrm>
            <a:off x="562763" y="2840945"/>
            <a:ext cx="4798688" cy="600754"/>
          </a:xfrm>
        </p:spPr>
        <p:txBody>
          <a:bodyPr/>
          <a:lstStyle/>
          <a:p>
            <a:r>
              <a:rPr lang="en-US" b="1" dirty="0"/>
              <a:t>QER 11100</a:t>
            </a:r>
            <a:endParaRPr lang="en-US" dirty="0">
              <a:effectLst/>
            </a:endParaRPr>
          </a:p>
        </p:txBody>
      </p:sp>
      <p:sp>
        <p:nvSpPr>
          <p:cNvPr id="15" name="Text Placeholder 9"/>
          <p:cNvSpPr>
            <a:spLocks noGrp="1"/>
          </p:cNvSpPr>
          <p:nvPr>
            <p:ph type="body" sz="quarter" idx="10"/>
          </p:nvPr>
        </p:nvSpPr>
        <p:spPr>
          <a:xfrm>
            <a:off x="562764" y="3429000"/>
            <a:ext cx="8759655" cy="384717"/>
          </a:xfrm>
        </p:spPr>
        <p:txBody>
          <a:bodyPr/>
          <a:lstStyle/>
          <a:p>
            <a:pPr algn="l" fontAlgn="t"/>
            <a:r>
              <a:rPr lang="en-US" sz="1600" b="0" i="0" dirty="0">
                <a:solidFill>
                  <a:srgbClr val="222222"/>
                </a:solidFill>
                <a:effectLst/>
                <a:latin typeface="Open Sans" panose="020B0606030504020204" pitchFamily="34" charset="0"/>
              </a:rPr>
              <a:t>QER: MERAKES EAST PROJECT SF216608C002.07 – Intermittent superficial scratches</a:t>
            </a:r>
            <a:endParaRPr lang="en-US" dirty="0"/>
          </a:p>
        </p:txBody>
      </p:sp>
    </p:spTree>
    <p:extLst>
      <p:ext uri="{BB962C8B-B14F-4D97-AF65-F5344CB8AC3E}">
        <p14:creationId xmlns:p14="http://schemas.microsoft.com/office/powerpoint/2010/main" val="249022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1289610773"/>
              </p:ext>
            </p:extLst>
          </p:nvPr>
        </p:nvGraphicFramePr>
        <p:xfrm>
          <a:off x="947851" y="1128750"/>
          <a:ext cx="10203366" cy="4926364"/>
        </p:xfrm>
        <a:graphic>
          <a:graphicData uri="http://schemas.openxmlformats.org/drawingml/2006/table">
            <a:tbl>
              <a:tblPr firstRow="1" bandRow="1">
                <a:tableStyleId>{5C22544A-7EE6-4342-B048-85BDC9FD1C3A}</a:tableStyleId>
              </a:tblPr>
              <a:tblGrid>
                <a:gridCol w="5101683">
                  <a:extLst>
                    <a:ext uri="{9D8B030D-6E8A-4147-A177-3AD203B41FA5}">
                      <a16:colId xmlns:a16="http://schemas.microsoft.com/office/drawing/2014/main" val="20000"/>
                    </a:ext>
                  </a:extLst>
                </a:gridCol>
                <a:gridCol w="5101683">
                  <a:extLst>
                    <a:ext uri="{9D8B030D-6E8A-4147-A177-3AD203B41FA5}">
                      <a16:colId xmlns:a16="http://schemas.microsoft.com/office/drawing/2014/main" val="20001"/>
                    </a:ext>
                  </a:extLst>
                </a:gridCol>
              </a:tblGrid>
              <a:tr h="1084741">
                <a:tc>
                  <a:txBody>
                    <a:bodyPr/>
                    <a:lstStyle/>
                    <a:p>
                      <a:pPr marL="0" algn="l" defTabSz="914400" rtl="0" eaLnBrk="1" latinLnBrk="0" hangingPunct="1"/>
                      <a:endParaRPr lang="en-US" sz="2000" kern="1200" dirty="0">
                        <a:solidFill>
                          <a:schemeClr val="dk1"/>
                        </a:solidFill>
                        <a:latin typeface="+mn-lt"/>
                        <a:ea typeface="+mn-ea"/>
                        <a:cs typeface="+mn-cs"/>
                      </a:endParaRPr>
                    </a:p>
                    <a:p>
                      <a:pPr marL="0" algn="ctr" defTabSz="914400" rtl="0" eaLnBrk="1" latinLnBrk="0" hangingPunct="1"/>
                      <a:r>
                        <a:rPr lang="en-US" sz="2000" kern="1200" dirty="0">
                          <a:solidFill>
                            <a:schemeClr val="dk1"/>
                          </a:solidFill>
                          <a:latin typeface="+mn-lt"/>
                          <a:ea typeface="+mn-ea"/>
                          <a:cs typeface="+mn-cs"/>
                        </a:rPr>
                        <a:t>Item</a:t>
                      </a:r>
                    </a:p>
                    <a:p>
                      <a:pPr marL="0" algn="ctr" defTabSz="914400" rtl="0" eaLnBrk="1" latinLnBrk="0" hangingPunct="1"/>
                      <a:endParaRPr lang="en-US" sz="2000" kern="1200" dirty="0">
                        <a:solidFill>
                          <a:schemeClr val="dk1"/>
                        </a:solidFill>
                        <a:latin typeface="+mn-lt"/>
                        <a:ea typeface="+mn-ea"/>
                        <a:cs typeface="+mn-cs"/>
                      </a:endParaRPr>
                    </a:p>
                  </a:txBody>
                  <a:tcPr/>
                </a:tc>
                <a:tc>
                  <a:txBody>
                    <a:bodyPr/>
                    <a:lstStyle/>
                    <a:p>
                      <a:pPr marL="0" algn="ctr" defTabSz="914400" rtl="0" eaLnBrk="1" latinLnBrk="0" hangingPunct="1"/>
                      <a:r>
                        <a:rPr lang="en-US" sz="2000" kern="1200" dirty="0">
                          <a:solidFill>
                            <a:schemeClr val="dk1"/>
                          </a:solidFill>
                          <a:latin typeface="+mn-lt"/>
                          <a:ea typeface="+mn-ea"/>
                          <a:cs typeface="+mn-cs"/>
                        </a:rPr>
                        <a:t>Traceability / identification</a:t>
                      </a:r>
                    </a:p>
                  </a:txBody>
                  <a:tcPr anchor="ctr"/>
                </a:tc>
                <a:extLst>
                  <a:ext uri="{0D108BD9-81ED-4DB2-BD59-A6C34878D82A}">
                    <a16:rowId xmlns:a16="http://schemas.microsoft.com/office/drawing/2014/main" val="10000"/>
                  </a:ext>
                </a:extLst>
              </a:tr>
              <a:tr h="464161">
                <a:tc>
                  <a:txBody>
                    <a:bodyPr/>
                    <a:lstStyle/>
                    <a:p>
                      <a:r>
                        <a:rPr lang="en-US" sz="2000" b="1" dirty="0"/>
                        <a:t>Project number</a:t>
                      </a:r>
                    </a:p>
                  </a:txBody>
                  <a:tcPr anchor="ctr"/>
                </a:tc>
                <a:tc>
                  <a:txBody>
                    <a:bodyPr/>
                    <a:lstStyle/>
                    <a:p>
                      <a:r>
                        <a:rPr lang="en-US" sz="1800" b="0" i="0" kern="1200" dirty="0">
                          <a:solidFill>
                            <a:schemeClr val="dk1"/>
                          </a:solidFill>
                          <a:effectLst/>
                          <a:latin typeface="+mn-lt"/>
                          <a:ea typeface="+mn-ea"/>
                          <a:cs typeface="+mn-cs"/>
                        </a:rPr>
                        <a:t>SF216608C002</a:t>
                      </a:r>
                      <a:endParaRPr lang="en-US" sz="2000" dirty="0"/>
                    </a:p>
                  </a:txBody>
                  <a:tcPr anchor="ctr"/>
                </a:tc>
                <a:extLst>
                  <a:ext uri="{0D108BD9-81ED-4DB2-BD59-A6C34878D82A}">
                    <a16:rowId xmlns:a16="http://schemas.microsoft.com/office/drawing/2014/main" val="10001"/>
                  </a:ext>
                </a:extLst>
              </a:tr>
              <a:tr h="464161">
                <a:tc>
                  <a:txBody>
                    <a:bodyPr/>
                    <a:lstStyle/>
                    <a:p>
                      <a:r>
                        <a:rPr lang="en-US" sz="2000" b="1" dirty="0"/>
                        <a:t>Project name</a:t>
                      </a:r>
                    </a:p>
                  </a:txBody>
                  <a:tcPr anchor="ctr"/>
                </a:tc>
                <a:tc>
                  <a:txBody>
                    <a:bodyPr/>
                    <a:lstStyle/>
                    <a:p>
                      <a:r>
                        <a:rPr lang="en-US" sz="1800" b="0" i="0" kern="1200" dirty="0">
                          <a:solidFill>
                            <a:schemeClr val="dk1"/>
                          </a:solidFill>
                          <a:effectLst/>
                          <a:latin typeface="+mn-lt"/>
                          <a:ea typeface="+mn-ea"/>
                          <a:cs typeface="+mn-cs"/>
                        </a:rPr>
                        <a:t>MERAKES EAST PROJECT</a:t>
                      </a:r>
                      <a:endParaRPr lang="en-US" sz="2000" dirty="0"/>
                    </a:p>
                  </a:txBody>
                  <a:tcPr anchor="ctr"/>
                </a:tc>
                <a:extLst>
                  <a:ext uri="{0D108BD9-81ED-4DB2-BD59-A6C34878D82A}">
                    <a16:rowId xmlns:a16="http://schemas.microsoft.com/office/drawing/2014/main" val="10002"/>
                  </a:ext>
                </a:extLst>
              </a:tr>
              <a:tr h="671934">
                <a:tc>
                  <a:txBody>
                    <a:bodyPr/>
                    <a:lstStyle/>
                    <a:p>
                      <a:r>
                        <a:rPr lang="en-US" sz="2000" b="1" dirty="0"/>
                        <a:t>Pipe section</a:t>
                      </a:r>
                    </a:p>
                  </a:txBody>
                  <a:tcPr anchor="ctr"/>
                </a:tc>
                <a:tc>
                  <a:txBody>
                    <a:bodyPr/>
                    <a:lstStyle/>
                    <a:p>
                      <a:r>
                        <a:rPr lang="en-US" sz="1800" b="0" i="0" kern="1200" dirty="0">
                          <a:solidFill>
                            <a:schemeClr val="dk1"/>
                          </a:solidFill>
                          <a:effectLst/>
                          <a:latin typeface="+mn-lt"/>
                          <a:ea typeface="+mn-ea"/>
                          <a:cs typeface="+mn-cs"/>
                        </a:rPr>
                        <a:t>SF216608C002.07   </a:t>
                      </a:r>
                      <a:endParaRPr lang="en-US" sz="2400" dirty="0"/>
                    </a:p>
                  </a:txBody>
                  <a:tcPr anchor="ctr"/>
                </a:tc>
                <a:extLst>
                  <a:ext uri="{0D108BD9-81ED-4DB2-BD59-A6C34878D82A}">
                    <a16:rowId xmlns:a16="http://schemas.microsoft.com/office/drawing/2014/main" val="10003"/>
                  </a:ext>
                </a:extLst>
              </a:tr>
              <a:tr h="464161">
                <a:tc>
                  <a:txBody>
                    <a:bodyPr/>
                    <a:lstStyle/>
                    <a:p>
                      <a:r>
                        <a:rPr lang="en-US" sz="2000" b="1" dirty="0"/>
                        <a:t>ST number</a:t>
                      </a:r>
                    </a:p>
                  </a:txBody>
                  <a:tcPr anchor="ctr"/>
                </a:tc>
                <a:tc>
                  <a:txBody>
                    <a:bodyPr/>
                    <a:lstStyle/>
                    <a:p>
                      <a:r>
                        <a:rPr lang="en-US" sz="1800" b="0" i="0" kern="1200" dirty="0">
                          <a:solidFill>
                            <a:schemeClr val="dk1"/>
                          </a:solidFill>
                          <a:effectLst/>
                          <a:latin typeface="+mn-lt"/>
                          <a:ea typeface="+mn-ea"/>
                          <a:cs typeface="+mn-cs"/>
                        </a:rPr>
                        <a:t>ST254.72048</a:t>
                      </a:r>
                      <a:endParaRPr lang="en-US" sz="2000" dirty="0"/>
                    </a:p>
                  </a:txBody>
                  <a:tcPr anchor="ctr"/>
                </a:tc>
                <a:extLst>
                  <a:ext uri="{0D108BD9-81ED-4DB2-BD59-A6C34878D82A}">
                    <a16:rowId xmlns:a16="http://schemas.microsoft.com/office/drawing/2014/main" val="10004"/>
                  </a:ext>
                </a:extLst>
              </a:tr>
              <a:tr h="464161">
                <a:tc>
                  <a:txBody>
                    <a:bodyPr/>
                    <a:lstStyle/>
                    <a:p>
                      <a:r>
                        <a:rPr lang="en-US" sz="2000" b="1" dirty="0"/>
                        <a:t>Affected layer / equipment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effectLst/>
                          <a:latin typeface="+mj-lt"/>
                        </a:rPr>
                        <a:t>Zeta pressure vault spiraling</a:t>
                      </a:r>
                      <a:endParaRPr lang="en-GB" sz="2000" b="0" dirty="0">
                        <a:effectLst/>
                        <a:latin typeface="+mj-lt"/>
                      </a:endParaRPr>
                    </a:p>
                  </a:txBody>
                  <a:tcPr anchor="ctr"/>
                </a:tc>
                <a:extLst>
                  <a:ext uri="{0D108BD9-81ED-4DB2-BD59-A6C34878D82A}">
                    <a16:rowId xmlns:a16="http://schemas.microsoft.com/office/drawing/2014/main" val="10005"/>
                  </a:ext>
                </a:extLst>
              </a:tr>
              <a:tr h="557014">
                <a:tc>
                  <a:txBody>
                    <a:bodyPr/>
                    <a:lstStyle/>
                    <a:p>
                      <a:r>
                        <a:rPr lang="en-US" sz="2000" b="1" dirty="0"/>
                        <a:t>Length</a:t>
                      </a:r>
                      <a:r>
                        <a:rPr lang="en-US" sz="2000" b="1" baseline="0" dirty="0"/>
                        <a:t> affected</a:t>
                      </a:r>
                      <a:endParaRPr lang="en-US" sz="2000" b="1" dirty="0"/>
                    </a:p>
                  </a:txBody>
                  <a:tcPr anchor="ctr"/>
                </a:tc>
                <a:tc>
                  <a:txBody>
                    <a:bodyPr/>
                    <a:lstStyle/>
                    <a:p>
                      <a:pPr marL="0" indent="0">
                        <a:buFont typeface="Arial" panose="020B0604020202020204" pitchFamily="34" charset="0"/>
                        <a:buNone/>
                      </a:pPr>
                      <a:r>
                        <a:rPr lang="en-US" sz="1800" b="0" i="0" kern="1200" dirty="0">
                          <a:solidFill>
                            <a:schemeClr val="dk1"/>
                          </a:solidFill>
                          <a:effectLst/>
                          <a:latin typeface="+mn-lt"/>
                          <a:ea typeface="+mn-ea"/>
                          <a:cs typeface="+mn-cs"/>
                        </a:rPr>
                        <a:t>196.2m until 197.2m on pipe.</a:t>
                      </a:r>
                    </a:p>
                  </a:txBody>
                  <a:tcPr anchor="ctr"/>
                </a:tc>
                <a:extLst>
                  <a:ext uri="{0D108BD9-81ED-4DB2-BD59-A6C34878D82A}">
                    <a16:rowId xmlns:a16="http://schemas.microsoft.com/office/drawing/2014/main" val="10006"/>
                  </a:ext>
                </a:extLst>
              </a:tr>
              <a:tr h="756031">
                <a:tc>
                  <a:txBody>
                    <a:bodyPr/>
                    <a:lstStyle/>
                    <a:p>
                      <a:r>
                        <a:rPr lang="en-US" sz="2000" b="1" dirty="0"/>
                        <a:t>Drawing number / MP code / STA / Dimension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ZETA 12, FI 11(MP746)</a:t>
                      </a:r>
                    </a:p>
                  </a:txBody>
                  <a:tcPr anchor="ctr"/>
                </a:tc>
                <a:extLst>
                  <a:ext uri="{0D108BD9-81ED-4DB2-BD59-A6C34878D82A}">
                    <a16:rowId xmlns:a16="http://schemas.microsoft.com/office/drawing/2014/main" val="10007"/>
                  </a:ext>
                </a:extLst>
              </a:tr>
            </a:tbl>
          </a:graphicData>
        </a:graphic>
      </p:graphicFrame>
      <p:sp>
        <p:nvSpPr>
          <p:cNvPr id="6" name="Title 7">
            <a:extLst>
              <a:ext uri="{FF2B5EF4-FFF2-40B4-BE49-F238E27FC236}">
                <a16:creationId xmlns:a16="http://schemas.microsoft.com/office/drawing/2014/main" id="{57EDE61D-85BE-47FE-ADE9-7C624E892B0C}"/>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dirty="0">
                <a:solidFill>
                  <a:srgbClr val="080808"/>
                </a:solidFill>
                <a:effectLst>
                  <a:outerShdw blurRad="38100" dist="38100" dir="2700000" algn="tl">
                    <a:srgbClr val="000000">
                      <a:alpha val="43137"/>
                    </a:srgbClr>
                  </a:outerShdw>
                </a:effectLst>
              </a:rPr>
              <a:t>Pipe section / Details</a:t>
            </a:r>
          </a:p>
        </p:txBody>
      </p:sp>
    </p:spTree>
    <p:extLst>
      <p:ext uri="{BB962C8B-B14F-4D97-AF65-F5344CB8AC3E}">
        <p14:creationId xmlns:p14="http://schemas.microsoft.com/office/powerpoint/2010/main" val="871867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51A6E4E-D3A8-4EC1-BE53-9DF27CD3E17D}"/>
              </a:ext>
            </a:extLst>
          </p:cNvPr>
          <p:cNvSpPr txBox="1"/>
          <p:nvPr/>
        </p:nvSpPr>
        <p:spPr>
          <a:xfrm>
            <a:off x="780584" y="1196811"/>
            <a:ext cx="10705171" cy="4154984"/>
          </a:xfrm>
          <a:prstGeom prst="rect">
            <a:avLst/>
          </a:prstGeom>
          <a:noFill/>
        </p:spPr>
        <p:txBody>
          <a:bodyPr wrap="square" rtlCol="0">
            <a:spAutoFit/>
          </a:bodyPr>
          <a:lstStyle/>
          <a:p>
            <a:pPr>
              <a:lnSpc>
                <a:spcPct val="150000"/>
              </a:lnSpc>
            </a:pPr>
            <a:r>
              <a:rPr lang="en-US" sz="2000" b="1" u="sng" dirty="0">
                <a:solidFill>
                  <a:srgbClr val="080808"/>
                </a:solidFill>
                <a:effectLst>
                  <a:outerShdw blurRad="38100" dist="38100" dir="2700000" algn="tl">
                    <a:srgbClr val="000000">
                      <a:alpha val="43137"/>
                    </a:srgbClr>
                  </a:outerShdw>
                </a:effectLst>
              </a:rPr>
              <a:t>Problem Description :-</a:t>
            </a:r>
          </a:p>
          <a:p>
            <a:r>
              <a:rPr lang="en-US" sz="1400" b="0" i="0" dirty="0">
                <a:solidFill>
                  <a:srgbClr val="222222"/>
                </a:solidFill>
                <a:effectLst/>
                <a:latin typeface="Open Sans" panose="020B0606030504020204" pitchFamily="34" charset="0"/>
              </a:rPr>
              <a:t>During the zeta spiraling of MERAKES EAST PROJECT SF216608C002.07 (ST254.72048), intermittent superficial scratch due to roller mark on the zeta wire was detected at start length 196.2m until 197.2m on pipe.</a:t>
            </a:r>
            <a:br>
              <a:rPr lang="en-US" sz="1400" dirty="0"/>
            </a:br>
            <a:br>
              <a:rPr lang="en-US" sz="1400" dirty="0"/>
            </a:br>
            <a:r>
              <a:rPr lang="en-US" sz="1400" b="0" i="0" dirty="0">
                <a:solidFill>
                  <a:srgbClr val="222222"/>
                </a:solidFill>
                <a:effectLst/>
                <a:latin typeface="Open Sans" panose="020B0606030504020204" pitchFamily="34" charset="0"/>
              </a:rPr>
              <a:t>The details of measurement are as per below.</a:t>
            </a:r>
            <a:br>
              <a:rPr lang="en-US" sz="1400" dirty="0"/>
            </a:br>
            <a:r>
              <a:rPr lang="en-US" sz="1400" b="0" i="0" dirty="0">
                <a:solidFill>
                  <a:srgbClr val="222222"/>
                </a:solidFill>
                <a:effectLst/>
                <a:latin typeface="Open Sans" panose="020B0606030504020204" pitchFamily="34" charset="0"/>
              </a:rPr>
              <a:t>- Depth: 25um</a:t>
            </a:r>
            <a:br>
              <a:rPr lang="en-US" sz="1400" dirty="0"/>
            </a:br>
            <a:br>
              <a:rPr lang="en-US" sz="1400" dirty="0"/>
            </a:br>
            <a:endParaRPr lang="en-US" sz="1200" b="1" u="sng" dirty="0">
              <a:solidFill>
                <a:srgbClr val="222222"/>
              </a:solidFill>
              <a:effectLst>
                <a:outerShdw blurRad="38100" dist="38100" dir="2700000" algn="tl">
                  <a:srgbClr val="000000">
                    <a:alpha val="43137"/>
                  </a:srgbClr>
                </a:outerShdw>
              </a:effectLst>
              <a:latin typeface="Open Sans" panose="020B0606030504020204" pitchFamily="34" charset="0"/>
            </a:endParaRPr>
          </a:p>
          <a:p>
            <a:r>
              <a:rPr lang="en-US" sz="2000" b="1" u="sng" dirty="0">
                <a:solidFill>
                  <a:srgbClr val="080808"/>
                </a:solidFill>
                <a:effectLst>
                  <a:outerShdw blurRad="38100" dist="38100" dir="2700000" algn="tl">
                    <a:srgbClr val="000000">
                      <a:alpha val="43137"/>
                    </a:srgbClr>
                  </a:outerShdw>
                </a:effectLst>
              </a:rPr>
              <a:t>Root Cause :- </a:t>
            </a:r>
          </a:p>
          <a:p>
            <a:r>
              <a:rPr lang="en-US" sz="1400" b="0" i="0" dirty="0">
                <a:solidFill>
                  <a:srgbClr val="222222"/>
                </a:solidFill>
                <a:effectLst/>
                <a:latin typeface="Open Sans" panose="020B0606030504020204" pitchFamily="34" charset="0"/>
              </a:rPr>
              <a:t>The defect was generated due to wear of roller P.5 table 2.</a:t>
            </a:r>
            <a:endParaRPr lang="en-US" sz="1400" u="sng" dirty="0">
              <a:solidFill>
                <a:srgbClr val="222222"/>
              </a:solidFill>
              <a:latin typeface="Open Sans" panose="020B0606030504020204" pitchFamily="34" charset="0"/>
            </a:endParaRPr>
          </a:p>
          <a:p>
            <a:pPr>
              <a:lnSpc>
                <a:spcPct val="150000"/>
              </a:lnSpc>
            </a:pPr>
            <a:endParaRPr lang="en-US" sz="1200" u="sng" dirty="0">
              <a:solidFill>
                <a:srgbClr val="222222"/>
              </a:solidFill>
              <a:latin typeface="Open Sans" panose="020B0606030504020204" pitchFamily="34" charset="0"/>
            </a:endParaRPr>
          </a:p>
          <a:p>
            <a:pPr>
              <a:lnSpc>
                <a:spcPct val="150000"/>
              </a:lnSpc>
            </a:pPr>
            <a:r>
              <a:rPr lang="en-US" sz="2000" b="1" u="sng" dirty="0">
                <a:solidFill>
                  <a:srgbClr val="080808"/>
                </a:solidFill>
                <a:effectLst>
                  <a:outerShdw blurRad="38100" dist="38100" dir="2700000" algn="tl">
                    <a:srgbClr val="000000">
                      <a:alpha val="43137"/>
                    </a:srgbClr>
                  </a:outerShdw>
                </a:effectLst>
              </a:rPr>
              <a:t>Problem Handling</a:t>
            </a:r>
            <a:r>
              <a:rPr lang="en-US" sz="2000" dirty="0">
                <a:solidFill>
                  <a:srgbClr val="080808"/>
                </a:solidFill>
                <a:effectLst>
                  <a:outerShdw blurRad="38100" dist="38100" dir="2700000" algn="tl">
                    <a:srgbClr val="000000">
                      <a:alpha val="43137"/>
                    </a:srgbClr>
                  </a:outerShdw>
                </a:effectLst>
              </a:rPr>
              <a:t>:-</a:t>
            </a:r>
            <a:endParaRPr lang="en-US" sz="2000" b="0" i="0" u="none" strike="noStrike" baseline="0" dirty="0">
              <a:solidFill>
                <a:srgbClr val="000000"/>
              </a:solidFill>
              <a:latin typeface="Calibri" panose="020F0502020204030204" pitchFamily="34" charset="0"/>
            </a:endParaRPr>
          </a:p>
          <a:p>
            <a:pPr algn="l" fontAlgn="t"/>
            <a:r>
              <a:rPr lang="en-US" sz="1400" b="0" i="0" dirty="0">
                <a:solidFill>
                  <a:srgbClr val="222222"/>
                </a:solidFill>
                <a:effectLst/>
                <a:latin typeface="Open Sans" panose="020B0606030504020204" pitchFamily="34" charset="0"/>
              </a:rPr>
              <a:t>According to project acceptance criteria CD_216608C002_str25472048_TR01-09_rev0_An_Pressure vault, the maximum allowable criteria for the depth of surface defects is 100um and for the maximum upsetting is 50um. Thus, this defect was accepted as it is.</a:t>
            </a:r>
            <a:br>
              <a:rPr lang="en-US" sz="1400" b="0" i="0" dirty="0">
                <a:solidFill>
                  <a:srgbClr val="222222"/>
                </a:solidFill>
                <a:effectLst/>
                <a:latin typeface="Open Sans" panose="020B0606030504020204" pitchFamily="34" charset="0"/>
              </a:rPr>
            </a:br>
            <a:endParaRPr lang="en-US" sz="1400" dirty="0">
              <a:solidFill>
                <a:srgbClr val="222222"/>
              </a:solidFill>
              <a:latin typeface="Open Sans" panose="020B0606030504020204" pitchFamily="34" charset="0"/>
            </a:endParaRPr>
          </a:p>
        </p:txBody>
      </p:sp>
      <p:sp>
        <p:nvSpPr>
          <p:cNvPr id="6" name="Title 7">
            <a:extLst>
              <a:ext uri="{FF2B5EF4-FFF2-40B4-BE49-F238E27FC236}">
                <a16:creationId xmlns:a16="http://schemas.microsoft.com/office/drawing/2014/main" id="{5A1AA70D-F46C-4B5F-A682-101CB5606ABE}"/>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dirty="0">
                <a:solidFill>
                  <a:srgbClr val="080808"/>
                </a:solidFill>
                <a:effectLst>
                  <a:outerShdw blurRad="38100" dist="38100" dir="2700000" algn="tl">
                    <a:srgbClr val="000000">
                      <a:alpha val="43137"/>
                    </a:srgbClr>
                  </a:outerShdw>
                </a:effectLst>
              </a:rPr>
              <a:t>Overview of anomaly </a:t>
            </a:r>
          </a:p>
        </p:txBody>
      </p:sp>
    </p:spTree>
    <p:extLst>
      <p:ext uri="{BB962C8B-B14F-4D97-AF65-F5344CB8AC3E}">
        <p14:creationId xmlns:p14="http://schemas.microsoft.com/office/powerpoint/2010/main" val="4157918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400" dirty="0">
                <a:solidFill>
                  <a:srgbClr val="080808"/>
                </a:solidFill>
                <a:effectLst>
                  <a:outerShdw blurRad="38100" dist="38100" dir="2700000" algn="tl">
                    <a:srgbClr val="000000">
                      <a:alpha val="43137"/>
                    </a:srgbClr>
                  </a:outerShdw>
                </a:effectLst>
              </a:rPr>
              <a:t>DEFECT PHOTOS</a:t>
            </a:r>
          </a:p>
        </p:txBody>
      </p:sp>
      <p:sp>
        <p:nvSpPr>
          <p:cNvPr id="10" name="TextBox 9">
            <a:extLst>
              <a:ext uri="{FF2B5EF4-FFF2-40B4-BE49-F238E27FC236}">
                <a16:creationId xmlns:a16="http://schemas.microsoft.com/office/drawing/2014/main" id="{F8812327-636C-4753-8680-A8898364D124}"/>
              </a:ext>
            </a:extLst>
          </p:cNvPr>
          <p:cNvSpPr txBox="1"/>
          <p:nvPr/>
        </p:nvSpPr>
        <p:spPr>
          <a:xfrm>
            <a:off x="1148584" y="5883841"/>
            <a:ext cx="10058396" cy="523220"/>
          </a:xfrm>
          <a:prstGeom prst="rect">
            <a:avLst/>
          </a:prstGeom>
          <a:noFill/>
        </p:spPr>
        <p:txBody>
          <a:bodyPr wrap="square" rtlCol="0">
            <a:spAutoFit/>
          </a:bodyPr>
          <a:lstStyle/>
          <a:p>
            <a:pPr algn="ctr"/>
            <a:r>
              <a:rPr lang="en-US" sz="1400" b="1" dirty="0"/>
              <a:t>Figure 1 </a:t>
            </a:r>
            <a:r>
              <a:rPr lang="en-US" sz="1400" dirty="0"/>
              <a:t>: </a:t>
            </a:r>
            <a:r>
              <a:rPr lang="en-US" sz="1400" dirty="0">
                <a:solidFill>
                  <a:srgbClr val="222222"/>
                </a:solidFill>
                <a:latin typeface="Open Sans" panose="020B0606030504020204" pitchFamily="34" charset="0"/>
              </a:rPr>
              <a:t>I</a:t>
            </a:r>
            <a:r>
              <a:rPr lang="en-US" sz="1400" b="0" i="0" dirty="0">
                <a:solidFill>
                  <a:srgbClr val="222222"/>
                </a:solidFill>
                <a:effectLst/>
                <a:latin typeface="Open Sans" panose="020B0606030504020204" pitchFamily="34" charset="0"/>
              </a:rPr>
              <a:t>ntermittent superficial scratch due to roller mark on the zeta wire was detected at start length 196.2m until 197.2m on pipe.</a:t>
            </a:r>
          </a:p>
        </p:txBody>
      </p:sp>
      <p:pic>
        <p:nvPicPr>
          <p:cNvPr id="5" name="Picture 4" descr="A close up of a metal tube&#10;&#10;Description automatically generated">
            <a:extLst>
              <a:ext uri="{FF2B5EF4-FFF2-40B4-BE49-F238E27FC236}">
                <a16:creationId xmlns:a16="http://schemas.microsoft.com/office/drawing/2014/main" id="{184D09EB-AF8A-C857-DB3B-13853F31E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9278" y="1155159"/>
            <a:ext cx="5287872" cy="4728682"/>
          </a:xfrm>
          <a:prstGeom prst="rect">
            <a:avLst/>
          </a:prstGeom>
        </p:spPr>
      </p:pic>
    </p:spTree>
    <p:extLst>
      <p:ext uri="{BB962C8B-B14F-4D97-AF65-F5344CB8AC3E}">
        <p14:creationId xmlns:p14="http://schemas.microsoft.com/office/powerpoint/2010/main" val="2035262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834" y="0"/>
            <a:ext cx="5736166" cy="6857999"/>
          </a:xfrm>
          <a:prstGeom prst="rect">
            <a:avLst/>
          </a:prstGeom>
        </p:spPr>
      </p:pic>
      <p:sp>
        <p:nvSpPr>
          <p:cNvPr id="2" name="Title 1"/>
          <p:cNvSpPr>
            <a:spLocks noGrp="1"/>
          </p:cNvSpPr>
          <p:nvPr>
            <p:ph type="title"/>
          </p:nvPr>
        </p:nvSpPr>
        <p:spPr>
          <a:xfrm>
            <a:off x="2191809" y="2794000"/>
            <a:ext cx="4958291" cy="1079500"/>
          </a:xfrm>
        </p:spPr>
        <p:txBody>
          <a:bodyPr/>
          <a:lstStyle/>
          <a:p>
            <a:pPr algn="ctr"/>
            <a:br>
              <a:rPr lang="en-US" sz="4800" b="1" dirty="0"/>
            </a:br>
            <a:r>
              <a:rPr lang="en-US" sz="4800" b="1" dirty="0"/>
              <a:t>THANK YOU</a:t>
            </a:r>
          </a:p>
        </p:txBody>
      </p:sp>
    </p:spTree>
    <p:extLst>
      <p:ext uri="{BB962C8B-B14F-4D97-AF65-F5344CB8AC3E}">
        <p14:creationId xmlns:p14="http://schemas.microsoft.com/office/powerpoint/2010/main" val="1886797236"/>
      </p:ext>
    </p:extLst>
  </p:cSld>
  <p:clrMapOvr>
    <a:masterClrMapping/>
  </p:clrMapOvr>
</p:sld>
</file>

<file path=ppt/theme/theme1.xml><?xml version="1.0" encoding="utf-8"?>
<a:theme xmlns:a="http://schemas.openxmlformats.org/drawingml/2006/main" name="Text">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72A50781-4C99-4C03-83CD-FA397A9A26E8}"/>
    </a:ext>
  </a:extLst>
</a:theme>
</file>

<file path=ppt/theme/theme2.xml><?xml version="1.0" encoding="utf-8"?>
<a:theme xmlns:a="http://schemas.openxmlformats.org/drawingml/2006/main" name="Cover ">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264E4DFC-9410-47E4-9B7F-A5442DBCB59B}"/>
    </a:ext>
  </a:extLst>
</a:theme>
</file>

<file path=ppt/theme/theme3.xml><?xml version="1.0" encoding="utf-8"?>
<a:theme xmlns:a="http://schemas.openxmlformats.org/drawingml/2006/main" name="Cover and Photo">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9AFBA3D3-A0A6-4536-B45E-40FDC3D467A0}"/>
    </a:ext>
  </a:extLst>
</a:theme>
</file>

<file path=ppt/theme/theme4.xml><?xml version="1.0" encoding="utf-8"?>
<a:theme xmlns:a="http://schemas.openxmlformats.org/drawingml/2006/main" name="Agenda and Section">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EB1971BE-F4B0-49A0-9372-405B1B105A4E}"/>
    </a:ext>
  </a:extLst>
</a:theme>
</file>

<file path=ppt/theme/theme5.xml><?xml version="1.0" encoding="utf-8"?>
<a:theme xmlns:a="http://schemas.openxmlformats.org/drawingml/2006/main" name="Closing Slide Master">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1A4948F9-4CBF-4DD8-A123-ADDEB5543F6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TotalTime>
  <Words>227</Words>
  <Application>Microsoft Office PowerPoint</Application>
  <PresentationFormat>Widescreen</PresentationFormat>
  <Paragraphs>31</Paragraphs>
  <Slides>5</Slides>
  <Notes>0</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5</vt:i4>
      </vt:variant>
    </vt:vector>
  </HeadingPairs>
  <TitlesOfParts>
    <vt:vector size="14" baseType="lpstr">
      <vt:lpstr>Arial</vt:lpstr>
      <vt:lpstr>Calibri</vt:lpstr>
      <vt:lpstr>Open Sans</vt:lpstr>
      <vt:lpstr>Webdings</vt:lpstr>
      <vt:lpstr>Text</vt:lpstr>
      <vt:lpstr>Cover </vt:lpstr>
      <vt:lpstr>Cover and Photo</vt:lpstr>
      <vt:lpstr>Agenda and Section</vt:lpstr>
      <vt:lpstr>Closing Slide Master</vt:lpstr>
      <vt:lpstr>QER 11100</vt:lpstr>
      <vt:lpstr>Pipe section / Details</vt:lpstr>
      <vt:lpstr>Overview of anomaly </vt:lpstr>
      <vt:lpstr>DEFECT PHOTOS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 title (32pt)</dc:title>
  <dc:creator>Sandy Enoch</dc:creator>
  <cp:lastModifiedBy>MuhammadAiman Mahzan</cp:lastModifiedBy>
  <cp:revision>586</cp:revision>
  <dcterms:created xsi:type="dcterms:W3CDTF">2017-01-06T20:47:07Z</dcterms:created>
  <dcterms:modified xsi:type="dcterms:W3CDTF">2024-11-05T06:55:21Z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98a045-e53d-4dce-a8d7-f41d40d412ce_Enabled">
    <vt:lpwstr>True</vt:lpwstr>
  </property>
  <property fmtid="{D5CDD505-2E9C-101B-9397-08002B2CF9AE}" pid="3" name="MSIP_Label_c998a045-e53d-4dce-a8d7-f41d40d412ce_SiteId">
    <vt:lpwstr>0804c951-93a0-405d-80e4-fa87c7551d6a</vt:lpwstr>
  </property>
  <property fmtid="{D5CDD505-2E9C-101B-9397-08002B2CF9AE}" pid="4" name="MSIP_Label_c998a045-e53d-4dce-a8d7-f41d40d412ce_Owner">
    <vt:lpwstr>muhamadrazif.abdullah@technipfmc.com</vt:lpwstr>
  </property>
  <property fmtid="{D5CDD505-2E9C-101B-9397-08002B2CF9AE}" pid="5" name="MSIP_Label_c998a045-e53d-4dce-a8d7-f41d40d412ce_SetDate">
    <vt:lpwstr>2021-06-17T02:46:57.0083478Z</vt:lpwstr>
  </property>
  <property fmtid="{D5CDD505-2E9C-101B-9397-08002B2CF9AE}" pid="6" name="MSIP_Label_c998a045-e53d-4dce-a8d7-f41d40d412ce_Name">
    <vt:lpwstr>General</vt:lpwstr>
  </property>
  <property fmtid="{D5CDD505-2E9C-101B-9397-08002B2CF9AE}" pid="7" name="MSIP_Label_c998a045-e53d-4dce-a8d7-f41d40d412ce_Application">
    <vt:lpwstr>Microsoft Azure Information Protection</vt:lpwstr>
  </property>
  <property fmtid="{D5CDD505-2E9C-101B-9397-08002B2CF9AE}" pid="8" name="MSIP_Label_c998a045-e53d-4dce-a8d7-f41d40d412ce_Extended_MSFT_Method">
    <vt:lpwstr>Automatic</vt:lpwstr>
  </property>
  <property fmtid="{D5CDD505-2E9C-101B-9397-08002B2CF9AE}" pid="9" name="MSIP_Label_3b48b937-0ae3-46f5-b32e-f3232b5be847_Enabled">
    <vt:lpwstr>True</vt:lpwstr>
  </property>
  <property fmtid="{D5CDD505-2E9C-101B-9397-08002B2CF9AE}" pid="10" name="MSIP_Label_3b48b937-0ae3-46f5-b32e-f3232b5be847_SiteId">
    <vt:lpwstr>9179d01a-e94c-4488-b5f0-4554bc474f8c</vt:lpwstr>
  </property>
  <property fmtid="{D5CDD505-2E9C-101B-9397-08002B2CF9AE}" pid="11" name="MSIP_Label_3b48b937-0ae3-46f5-b32e-f3232b5be847_Owner">
    <vt:lpwstr>muizuddin.mohdnoh@technipfmc.com</vt:lpwstr>
  </property>
  <property fmtid="{D5CDD505-2E9C-101B-9397-08002B2CF9AE}" pid="12" name="MSIP_Label_3b48b937-0ae3-46f5-b32e-f3232b5be847_SetDate">
    <vt:lpwstr>2019-07-26T17:37:22.3670000Z</vt:lpwstr>
  </property>
  <property fmtid="{D5CDD505-2E9C-101B-9397-08002B2CF9AE}" pid="13" name="MSIP_Label_3b48b937-0ae3-46f5-b32e-f3232b5be847_Name">
    <vt:lpwstr>General</vt:lpwstr>
  </property>
  <property fmtid="{D5CDD505-2E9C-101B-9397-08002B2CF9AE}" pid="14" name="MSIP_Label_3b48b937-0ae3-46f5-b32e-f3232b5be847_Application">
    <vt:lpwstr>Microsoft Azure Information Protection</vt:lpwstr>
  </property>
  <property fmtid="{D5CDD505-2E9C-101B-9397-08002B2CF9AE}" pid="15" name="MSIP_Label_3b48b937-0ae3-46f5-b32e-f3232b5be847_Extended_MSFT_Method">
    <vt:lpwstr>Automatic</vt:lpwstr>
  </property>
  <property fmtid="{D5CDD505-2E9C-101B-9397-08002B2CF9AE}" pid="16" name="MSIP_Label_8caabacf-b917-4a45-9a5f-ed3a53d2eeb7_Enabled">
    <vt:lpwstr>true</vt:lpwstr>
  </property>
  <property fmtid="{D5CDD505-2E9C-101B-9397-08002B2CF9AE}" pid="17" name="MSIP_Label_8caabacf-b917-4a45-9a5f-ed3a53d2eeb7_SetDate">
    <vt:lpwstr>2021-12-20T23:04:29Z</vt:lpwstr>
  </property>
  <property fmtid="{D5CDD505-2E9C-101B-9397-08002B2CF9AE}" pid="18" name="MSIP_Label_8caabacf-b917-4a45-9a5f-ed3a53d2eeb7_Method">
    <vt:lpwstr>Standard</vt:lpwstr>
  </property>
  <property fmtid="{D5CDD505-2E9C-101B-9397-08002B2CF9AE}" pid="19" name="MSIP_Label_8caabacf-b917-4a45-9a5f-ed3a53d2eeb7_Name">
    <vt:lpwstr>Anyone - No Protection</vt:lpwstr>
  </property>
  <property fmtid="{D5CDD505-2E9C-101B-9397-08002B2CF9AE}" pid="20" name="MSIP_Label_8caabacf-b917-4a45-9a5f-ed3a53d2eeb7_SiteId">
    <vt:lpwstr>0804c951-93a0-405d-80e4-fa87c7551d6a</vt:lpwstr>
  </property>
  <property fmtid="{D5CDD505-2E9C-101B-9397-08002B2CF9AE}" pid="21" name="MSIP_Label_8caabacf-b917-4a45-9a5f-ed3a53d2eeb7_ContentBits">
    <vt:lpwstr>0</vt:lpwstr>
  </property>
</Properties>
</file>