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2"/>
  </p:notesMasterIdLst>
  <p:sldIdLst>
    <p:sldId id="276" r:id="rId6"/>
    <p:sldId id="281" r:id="rId7"/>
    <p:sldId id="285" r:id="rId8"/>
    <p:sldId id="288" r:id="rId9"/>
    <p:sldId id="289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86" d="100"/>
          <a:sy n="86" d="100"/>
        </p:scale>
        <p:origin x="96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18-May-23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- 5052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079432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SF300065C004.8X - Zeta wire weld crack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780078"/>
              </p:ext>
            </p:extLst>
          </p:nvPr>
        </p:nvGraphicFramePr>
        <p:xfrm>
          <a:off x="1005313" y="972636"/>
          <a:ext cx="9822522" cy="5186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SF300065C004.8X</a:t>
                      </a:r>
                      <a:endParaRPr lang="en-US" sz="2400" dirty="0"/>
                    </a:p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effectLst/>
                        </a:rPr>
                        <a:t>Spiralling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6492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2985m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Zeta </a:t>
                      </a:r>
                      <a:r>
                        <a:rPr lang="de-DE" dirty="0" err="1"/>
                        <a:t>wire</a:t>
                      </a:r>
                      <a:r>
                        <a:rPr lang="de-DE" dirty="0"/>
                        <a:t> 6.2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278780" y="996090"/>
            <a:ext cx="1153036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for BID 141KM SF300065C004.8X (ST10151896), weld crack was detected at length 2985m during weld inspection after it was laid on the pipe.</a:t>
            </a:r>
            <a:br>
              <a:rPr lang="en-US" sz="1050" dirty="0"/>
            </a:b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Note that, the affected weld is from joint bobbins.</a:t>
            </a:r>
            <a:br>
              <a:rPr lang="en-US" sz="1050" dirty="0"/>
            </a:b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of the defective weld are as the following: -</a:t>
            </a: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13-09</a:t>
            </a: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Welding machine: BS13-12</a:t>
            </a:r>
          </a:p>
          <a:p>
            <a:endParaRPr lang="en-US" sz="11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endParaRPr lang="en-US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welds were rejected according to DP-QCP-08DAQT001. Therefore, the un-spiraling was then performed to remove the defective weld.</a:t>
            </a:r>
            <a:br>
              <a:rPr lang="en-US" sz="1050" dirty="0"/>
            </a:b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 shall be retrieved if reachable for the test and analysis. The subsequent weld were gone through the tensile test, and the result is detailed below.</a:t>
            </a:r>
            <a:br>
              <a:rPr lang="en-US" sz="1050" dirty="0"/>
            </a:b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weld:-</a:t>
            </a: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14-09 (N+1):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xxxmPa</a:t>
            </a:r>
            <a:br>
              <a:rPr lang="en-US" sz="1050" dirty="0"/>
            </a:b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minimum criteria for the tensile test are 530mPa.</a:t>
            </a:r>
            <a:br>
              <a:rPr lang="en-US" sz="1050" dirty="0"/>
            </a:br>
            <a:br>
              <a:rPr lang="en-US" sz="1050" dirty="0"/>
            </a:br>
            <a:r>
              <a:rPr lang="en-US" sz="105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To note that, 12-09 (N-1) weld are not reachable due to being laid on a pipe at lengths 2490.9m</a:t>
            </a:r>
            <a:endParaRPr lang="en-US" sz="105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crack length 2985m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25551" y="6084560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2985m during weld inspection after it was laid on the pipe..</a:t>
            </a: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49759B-2070-4C4C-A6F3-DC9274398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317" y="992089"/>
            <a:ext cx="3749365" cy="49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Repaired 2985m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43218" y="5965325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Replaced with weld 18-09 from (BS13-12)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D5DAA-A0FA-4FF8-8242-1AED71D40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10" y="1069940"/>
            <a:ext cx="6527180" cy="48953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297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- 5052</vt:lpstr>
      <vt:lpstr>Pipe section / Details</vt:lpstr>
      <vt:lpstr>Overview of anomaly</vt:lpstr>
      <vt:lpstr>Wire crack length 2985m photo</vt:lpstr>
      <vt:lpstr>Repaired 2985m Photo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Mohd Rezuwan Hamzah</cp:lastModifiedBy>
  <cp:revision>539</cp:revision>
  <dcterms:created xsi:type="dcterms:W3CDTF">2017-01-06T20:47:07Z</dcterms:created>
  <dcterms:modified xsi:type="dcterms:W3CDTF">2023-05-18T12:24:01Z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