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5"/>
  </p:notesMasterIdLst>
  <p:sldIdLst>
    <p:sldId id="276" r:id="rId6"/>
    <p:sldId id="281" r:id="rId7"/>
    <p:sldId id="285" r:id="rId8"/>
    <p:sldId id="288" r:id="rId9"/>
    <p:sldId id="289" r:id="rId10"/>
    <p:sldId id="290" r:id="rId11"/>
    <p:sldId id="291" r:id="rId12"/>
    <p:sldId id="292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67" d="100"/>
          <a:sy n="67" d="100"/>
        </p:scale>
        <p:origin x="816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- 4469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079432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BID 141KM SF300065C004.3X - Zeta wire weld crack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073409"/>
              </p:ext>
            </p:extLst>
          </p:nvPr>
        </p:nvGraphicFramePr>
        <p:xfrm>
          <a:off x="1005313" y="972636"/>
          <a:ext cx="9822522" cy="5186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 141KM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SF300065C004.3X</a:t>
                      </a:r>
                      <a:endParaRPr lang="en-US" sz="2400" dirty="0"/>
                    </a:p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ST101.51896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effectLst/>
                        </a:rPr>
                        <a:t>Spiralling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6492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940m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5182.9m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Zeta </a:t>
                      </a:r>
                      <a:r>
                        <a:rPr lang="de-DE" dirty="0" err="1"/>
                        <a:t>wire</a:t>
                      </a:r>
                      <a:r>
                        <a:rPr lang="de-DE" dirty="0"/>
                        <a:t> 6.2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457200" y="996090"/>
            <a:ext cx="11173522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for BID 141KM SF300065C004.3X (ST10151896), the weld cracks were detected at lengths 940m and 5182.9m during weld inspection after it was laid on the pipe.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Note that, this affected weld is weld from the winding process.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of the defective weld are as the following: -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1. Length on the pipe: 940m</a:t>
            </a: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8-7</a:t>
            </a: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005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2. Length on the pipe: 5182.9mm</a:t>
            </a: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49-07</a:t>
            </a: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007</a:t>
            </a:r>
          </a:p>
          <a:p>
            <a:endParaRPr lang="en-US" sz="11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to be Investigated</a:t>
            </a:r>
            <a:endParaRPr lang="en-US" sz="11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endParaRPr lang="en-US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 and replaced it with a new weld </a:t>
            </a:r>
            <a:r>
              <a:rPr lang="en-US" sz="1100" dirty="0">
                <a:solidFill>
                  <a:srgbClr val="222222"/>
                </a:solidFill>
                <a:latin typeface="Open Sans" panose="020B0606030504020204" pitchFamily="34" charset="0"/>
              </a:rPr>
              <a:t> 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as per DI-IND-MET1075.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welds shall be retrieved if reachable for the test and analysis. The subsequent welds were gone through the tensile test</a:t>
            </a:r>
            <a:r>
              <a:rPr lang="en-US" sz="1100" dirty="0">
                <a:solidFill>
                  <a:srgbClr val="222222"/>
                </a:solidFill>
                <a:latin typeface="Open Sans" panose="020B0606030504020204" pitchFamily="34" charset="0"/>
              </a:rPr>
              <a:t>.</a:t>
            </a:r>
            <a:endParaRPr lang="en-US" sz="1100" dirty="0">
              <a:effectLst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 crack length 940m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925551" y="6084560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940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 during weld inspection after it was laid on the pipe..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68849-3682-470A-8541-E560CEE5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412" y="962866"/>
            <a:ext cx="3663176" cy="4884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Repaired 940m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43218" y="5965325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Replaced with weld 03-04 from (BS13-12)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2A0D5-CDE3-4C66-BC3A-FC7C9E6934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098" b="20212"/>
          <a:stretch/>
        </p:blipFill>
        <p:spPr>
          <a:xfrm>
            <a:off x="1360449" y="1166917"/>
            <a:ext cx="9471102" cy="45241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Zeta wire weld crack at length 5182.9m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43218" y="5965325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3 </a:t>
            </a:r>
            <a:r>
              <a:rPr lang="en-US" sz="1400" dirty="0"/>
              <a:t>: W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eld crack was detected at length 5182.9m during weld inspection after it was laid on the pipe.</a:t>
            </a:r>
            <a:endParaRPr lang="en-US" sz="14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4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043218" y="6041525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4 </a:t>
            </a:r>
            <a:r>
              <a:rPr lang="en-US" sz="1400" dirty="0"/>
              <a:t>: Replaced with weld 01-05 from (BS13-12)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picture containing steel, cylinder, stack, indoor&#10;&#10;Description automatically generated">
            <a:extLst>
              <a:ext uri="{FF2B5EF4-FFF2-40B4-BE49-F238E27FC236}">
                <a16:creationId xmlns:a16="http://schemas.microsoft.com/office/drawing/2014/main" id="{D976FB26-129D-4F38-8326-6273B7B0E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733800" y="261338"/>
            <a:ext cx="4800600" cy="640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2315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Subsequent weld result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10AC7-EB70-4691-9181-C7F15590BF1E}"/>
              </a:ext>
            </a:extLst>
          </p:cNvPr>
          <p:cNvSpPr txBox="1"/>
          <p:nvPr/>
        </p:nvSpPr>
        <p:spPr>
          <a:xfrm>
            <a:off x="557561" y="1293539"/>
            <a:ext cx="1118467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 addition, based on DI-IND-MET1075, the subsequent welds shall be retrieved if reachable for the test and analysis. The subsequent welds were gone through the tensile test, and the result is detailed below.</a:t>
            </a:r>
          </a:p>
          <a:p>
            <a:endParaRPr lang="en-US" sz="12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1. Length on the pipe: 940m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8-7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005</a:t>
            </a:r>
          </a:p>
          <a:p>
            <a:endParaRPr lang="en-US" sz="12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welds:-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14-07 (N+6) : 579mPa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13-07 (N+5) : 586mPa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12-07 (N+4) : 563.3mPa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2. Length on the pipe: 5182.9mm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Weld No: 49-07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Bobbin no: 007</a:t>
            </a:r>
          </a:p>
          <a:p>
            <a:endParaRPr lang="en-US" sz="12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welds: -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48-07 (N-1) : 576.4mPa</a:t>
            </a: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50-07 (N+1) : 597.7mPa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minimum criteria for the tensile test are 530mPa.</a:t>
            </a:r>
            <a:br>
              <a:rPr lang="en-US" sz="1200" dirty="0"/>
            </a:b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7084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491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- 4469</vt:lpstr>
      <vt:lpstr>Pipe section / Details</vt:lpstr>
      <vt:lpstr>Overview of anomaly</vt:lpstr>
      <vt:lpstr>Wire crack length 940m photo</vt:lpstr>
      <vt:lpstr>Repaired 940m Photo</vt:lpstr>
      <vt:lpstr>Zeta wire weld crack at length 5182.9m</vt:lpstr>
      <vt:lpstr>Photo after repaired</vt:lpstr>
      <vt:lpstr>Subsequent weld result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SHA-QC Operation 001</cp:lastModifiedBy>
  <cp:revision>537</cp:revision>
  <dcterms:created xsi:type="dcterms:W3CDTF">2017-01-06T20:47:07Z</dcterms:created>
  <dcterms:modified xsi:type="dcterms:W3CDTF">2023-06-04T16:06:20Z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