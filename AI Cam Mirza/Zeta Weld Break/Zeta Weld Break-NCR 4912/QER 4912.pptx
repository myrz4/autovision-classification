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9"/>
  </p:notesMasterIdLst>
  <p:sldIdLst>
    <p:sldId id="276" r:id="rId6"/>
    <p:sldId id="281" r:id="rId7"/>
    <p:sldId id="285" r:id="rId8"/>
    <p:sldId id="301" r:id="rId9"/>
    <p:sldId id="288" r:id="rId10"/>
    <p:sldId id="290" r:id="rId11"/>
    <p:sldId id="302" r:id="rId12"/>
    <p:sldId id="303" r:id="rId13"/>
    <p:sldId id="304" r:id="rId14"/>
    <p:sldId id="305" r:id="rId15"/>
    <p:sldId id="306" r:id="rId16"/>
    <p:sldId id="307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86" d="100"/>
          <a:sy n="86" d="100"/>
        </p:scale>
        <p:origin x="9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5" y="12699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QER- 4912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0570" y="3416299"/>
            <a:ext cx="9232503" cy="317501"/>
          </a:xfrm>
        </p:spPr>
        <p:txBody>
          <a:bodyPr/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SF300065C004.5X – Weld crack at Zeta wire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714470"/>
              </p:ext>
            </p:extLst>
          </p:nvPr>
        </p:nvGraphicFramePr>
        <p:xfrm>
          <a:off x="747132" y="1117600"/>
          <a:ext cx="10247970" cy="504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25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r>
                        <a:rPr lang="en-US" sz="16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SF300065C004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r>
                        <a:rPr lang="en-US" sz="16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BID 141KM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r>
                        <a:rPr lang="en-US" sz="1600" b="1"/>
                        <a:t>Pipe section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SF300065C004.10X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r>
                        <a:rPr lang="en-US" sz="16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ST101.51896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r>
                        <a:rPr lang="en-US" sz="16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Inner carcass</a:t>
                      </a:r>
                      <a:endParaRPr lang="en-GB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1286">
                <a:tc>
                  <a:txBody>
                    <a:bodyPr/>
                    <a:lstStyle/>
                    <a:p>
                      <a:r>
                        <a:rPr lang="en-US" sz="1600" b="1" dirty="0"/>
                        <a:t>Length</a:t>
                      </a:r>
                      <a:r>
                        <a:rPr lang="en-US" sz="1600" b="1" baseline="0" dirty="0"/>
                        <a:t> affected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2731.6m</a:t>
                      </a:r>
                      <a:br>
                        <a:rPr lang="en-US" sz="1600" dirty="0"/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3649.5m</a:t>
                      </a:r>
                      <a:br>
                        <a:rPr lang="en-US" sz="1600" dirty="0"/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3725.6m</a:t>
                      </a:r>
                      <a:br>
                        <a:rPr lang="en-US" sz="1600" dirty="0"/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3801.7m</a:t>
                      </a:r>
                      <a:br>
                        <a:rPr lang="en-US" sz="1600" dirty="0"/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3952m</a:t>
                      </a:r>
                      <a:br>
                        <a:rPr lang="en-US" sz="1600" dirty="0"/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4435.5m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532">
                <a:tc>
                  <a:txBody>
                    <a:bodyPr/>
                    <a:lstStyle/>
                    <a:p>
                      <a:r>
                        <a:rPr lang="en-US" sz="16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: 40mm x 0.8mm Stainless steel strip FE 04 DUPLEX (MP460)</a:t>
                      </a:r>
                      <a:endParaRPr 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535259" y="1262806"/>
            <a:ext cx="1099510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SF300065C004.5X (ST10151896), the weld cracks were detected at lengths 277.7m during weld inspection after it was laid on the pipe.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the defective weld are as the following: -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1.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Length on the pipe: 277.7m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01-15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003</a:t>
            </a:r>
          </a:p>
          <a:p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400" dirty="0"/>
              <a:t>2.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Length on the pipe: 620.3m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08-08 (Joint bobbin weld)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013</a:t>
            </a:r>
          </a:p>
          <a:p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400" dirty="0"/>
              <a:t>3.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Length on the pipe: 1378.4m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11-15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016</a:t>
            </a:r>
          </a:p>
          <a:p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400" dirty="0"/>
              <a:t>4.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Length on the pipe: 2619.8m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25-15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015</a:t>
            </a:r>
          </a:p>
          <a:p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br>
              <a:rPr lang="en-US" sz="1400" dirty="0"/>
            </a:br>
            <a:endParaRPr lang="en-US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535259" y="1262806"/>
            <a:ext cx="1099510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of the weld broken to be investigated.</a:t>
            </a:r>
          </a:p>
          <a:p>
            <a:endParaRPr lang="en-US" sz="16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endParaRPr lang="en-US" sz="14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r>
              <a:rPr lang="en-US" sz="1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 and replaced it with a new weld from BS13-12 as per DI-IND-MET1075.</a:t>
            </a:r>
          </a:p>
          <a:p>
            <a:br>
              <a:rPr lang="en-US" sz="1800" dirty="0"/>
            </a:br>
            <a:r>
              <a:rPr lang="en-US" sz="1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test.</a:t>
            </a:r>
            <a:br>
              <a:rPr lang="en-US" dirty="0"/>
            </a:br>
            <a:endParaRPr lang="en-US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br>
              <a:rPr lang="en-US" sz="1400" dirty="0"/>
            </a:br>
            <a:endParaRPr lang="en-US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869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Defect Photo Zeta weld crack at length 277.7m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15410" y="6056763"/>
            <a:ext cx="10665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Zeta weld broken was detected at length 277.7m on the pipe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AE742-1850-4BBD-BB88-6BF96B26B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107" y="1116980"/>
            <a:ext cx="6571785" cy="49288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Repair photo at length 277.7m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75893" y="5800285"/>
            <a:ext cx="1066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 and replaced it with a new weld from BS13-12 as per DI-IND-MET1075.</a:t>
            </a:r>
          </a:p>
          <a:p>
            <a:pPr algn="ctr"/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EE553-F08A-4D11-B513-028FDE20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123" y="1113828"/>
            <a:ext cx="8224954" cy="4630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478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Defect Photo Zeta weld crack at length 620.3m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15410" y="6056763"/>
            <a:ext cx="10665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Zeta weld broken was detected at length 620.3m on the pipe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FBA2DB-3D23-4263-90ED-0A5254A40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36596" y="377864"/>
            <a:ext cx="4805304" cy="64070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855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Repair photo at length 620.3m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75893" y="5800285"/>
            <a:ext cx="1066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4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 and replaced it with a new weld from BS13-12 as per DI-IND-MET1075.</a:t>
            </a:r>
          </a:p>
          <a:p>
            <a:pPr algn="ctr"/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BA9DAD-7419-4BBA-93D0-A08FEF15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566" y="988534"/>
            <a:ext cx="6415668" cy="48117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155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Defect Photo Zeta weld crack at length 1378.4m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15410" y="6056763"/>
            <a:ext cx="10665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5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Zeta weld broken was detected at length 1378.4m on the pipe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picture containing metal, rack, gear&#10;&#10;Description automatically generated">
            <a:extLst>
              <a:ext uri="{FF2B5EF4-FFF2-40B4-BE49-F238E27FC236}">
                <a16:creationId xmlns:a16="http://schemas.microsoft.com/office/drawing/2014/main" id="{34C7BAF9-A8C7-4B00-BD53-74E905E4F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078" y="981027"/>
            <a:ext cx="6649844" cy="4987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4095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Repair photo at length 1378.4m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75893" y="5800285"/>
            <a:ext cx="1066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6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 and replaced it with a new weld from BS13-12 as per DI-IND-MET1075.</a:t>
            </a:r>
          </a:p>
          <a:p>
            <a:pPr algn="ctr"/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close up of a tire&#10;&#10;Description automatically generated with medium confidence">
            <a:extLst>
              <a:ext uri="{FF2B5EF4-FFF2-40B4-BE49-F238E27FC236}">
                <a16:creationId xmlns:a16="http://schemas.microsoft.com/office/drawing/2014/main" id="{D7EAB062-C535-4D1F-B602-3D7FCC884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629" y="975451"/>
            <a:ext cx="6322742" cy="4742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942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Defect Photo Zeta weld crack at length 2619.8m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15410" y="6056763"/>
            <a:ext cx="10665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7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Zeta weld broken was detected at length 2619.8m on the pipe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99CE20-A629-4536-90B5-072A644BD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129" y="961173"/>
            <a:ext cx="3701741" cy="4935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713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Repair photo at length 2619.8m 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75893" y="5800285"/>
            <a:ext cx="1066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8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 and replaced it with a new weld from BS13-12 as per DI-IND-MET1075.</a:t>
            </a:r>
          </a:p>
          <a:p>
            <a:pPr algn="ctr"/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AE6259-3941-4BF2-880A-3B216F9E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47" y="1109271"/>
            <a:ext cx="8242506" cy="46394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1063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554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QER- 4912</vt:lpstr>
      <vt:lpstr>Pipe section / Details</vt:lpstr>
      <vt:lpstr>Overview of anomaly</vt:lpstr>
      <vt:lpstr>Overview of anomaly</vt:lpstr>
      <vt:lpstr>Defect Photo Zeta weld crack at length 277.7m </vt:lpstr>
      <vt:lpstr>Repair photo at length 277.7m </vt:lpstr>
      <vt:lpstr>Defect Photo Zeta weld crack at length 620.3m </vt:lpstr>
      <vt:lpstr>Repair photo at length 620.3m </vt:lpstr>
      <vt:lpstr>Defect Photo Zeta weld crack at length 1378.4m </vt:lpstr>
      <vt:lpstr>Repair photo at length 1378.4m </vt:lpstr>
      <vt:lpstr>Defect Photo Zeta weld crack at length 2619.8m </vt:lpstr>
      <vt:lpstr>Repair photo at length 2619.8m 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Mohd Rezuwan Hamzah</cp:lastModifiedBy>
  <cp:revision>549</cp:revision>
  <dcterms:created xsi:type="dcterms:W3CDTF">2017-01-06T20:47:07Z</dcterms:created>
  <dcterms:modified xsi:type="dcterms:W3CDTF">2023-05-15T14:42:33Z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