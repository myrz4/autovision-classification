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4"/>
  </p:notesMasterIdLst>
  <p:sldIdLst>
    <p:sldId id="276" r:id="rId6"/>
    <p:sldId id="281" r:id="rId7"/>
    <p:sldId id="285" r:id="rId8"/>
    <p:sldId id="288" r:id="rId9"/>
    <p:sldId id="289" r:id="rId10"/>
    <p:sldId id="290" r:id="rId11"/>
    <p:sldId id="291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67" d="100"/>
          <a:sy n="67" d="100"/>
        </p:scale>
        <p:origin x="816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5/28/2023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 - 4837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62764" y="3429000"/>
            <a:ext cx="8079432" cy="317501"/>
          </a:xfrm>
        </p:spPr>
        <p:txBody>
          <a:bodyPr/>
          <a:lstStyle/>
          <a:p>
            <a:pPr algn="l" fontAlgn="t"/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BID 141KM SF300065C004.4X – Weld crack at Zeta wire</a:t>
            </a:r>
            <a:b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197435"/>
              </p:ext>
            </p:extLst>
          </p:nvPr>
        </p:nvGraphicFramePr>
        <p:xfrm>
          <a:off x="1005313" y="972636"/>
          <a:ext cx="9822522" cy="479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1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1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BID 141KM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SF300065C004.4X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ST101.51896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77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effectLst/>
                        </a:rPr>
                        <a:t>Spiralling</a:t>
                      </a:r>
                      <a:endParaRPr lang="en-GB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1542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3379.7m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800" b="0" i="0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4303.1m</a:t>
                      </a:r>
                      <a:endParaRPr lang="en-US" sz="20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 Zeta wire 6.2 FI09 (MP205)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345892" y="1003861"/>
            <a:ext cx="11530362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r>
              <a:rPr lang="en-US" sz="9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process for BID 141KM SF300065C004.4X (ST10151896), weld crack was detected at length 3379.7m and 4303.5m during weld inspection after it was laid on the pipe.</a:t>
            </a:r>
            <a:br>
              <a:rPr lang="en-US" sz="900" dirty="0"/>
            </a:br>
            <a:br>
              <a:rPr lang="en-US" sz="900" dirty="0"/>
            </a:br>
            <a:r>
              <a:rPr lang="en-US" sz="9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Details of affected weld are as the following:-</a:t>
            </a:r>
            <a:br>
              <a:rPr lang="en-US" sz="900" dirty="0"/>
            </a:br>
            <a:r>
              <a:rPr lang="en-US" sz="9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number : 13-6 (During joint bobbin new loading)</a:t>
            </a:r>
            <a:br>
              <a:rPr lang="en-US" sz="900" dirty="0"/>
            </a:br>
            <a:r>
              <a:rPr lang="en-US" sz="9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Welding machine : BS13-12</a:t>
            </a:r>
            <a:br>
              <a:rPr lang="en-US" sz="900" dirty="0"/>
            </a:br>
            <a:r>
              <a:rPr lang="en-US" sz="9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Bobbin number : 005</a:t>
            </a:r>
            <a:br>
              <a:rPr lang="en-US" sz="900" dirty="0"/>
            </a:br>
            <a:br>
              <a:rPr lang="en-US" sz="900" dirty="0"/>
            </a:br>
            <a:r>
              <a:rPr lang="en-US" sz="9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number : 38-13 (Weld from winding process)</a:t>
            </a:r>
            <a:br>
              <a:rPr lang="en-US" sz="900" dirty="0"/>
            </a:br>
            <a:r>
              <a:rPr lang="en-US" sz="9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Welding machine : BS13-11</a:t>
            </a:r>
            <a:br>
              <a:rPr lang="en-US" sz="900" dirty="0"/>
            </a:br>
            <a:r>
              <a:rPr lang="en-US" sz="9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Bobbin number : 016</a:t>
            </a:r>
          </a:p>
          <a:p>
            <a:endParaRPr lang="en-US" sz="1100" b="1" u="sng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</a:endParaRPr>
          </a:p>
          <a:p>
            <a:r>
              <a:rPr lang="en-US" sz="14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r>
              <a:rPr lang="en-US" sz="9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is to be investigated.</a:t>
            </a:r>
          </a:p>
          <a:p>
            <a:endParaRPr lang="en-US" sz="1100" b="1" u="sng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14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sz="1400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  <a:endParaRPr lang="en-US" sz="14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defective weld was rejected according to DP-QCP-08DAQT001. Therefore, un-spiraling was performed to remove the defective weld.</a:t>
            </a:r>
          </a:p>
          <a:p>
            <a:endParaRPr lang="en-US" sz="800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1st case at length 3379.7m, the affected weld is a joint bobbin new loading.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In addition, based on DI-IND-MET1075, the subsequent welds shall be retrieved if reachable for the test and analysis. The subsequent welds were gone through the tensile test, and the result is detailed below.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Tensile results for the subsequent welds:-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14-06 (N+1) : 642.0mPa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minimum criteria for the tensile test are 530mPa.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To note that, N-1 and N-2 welds are not retrievable due to have been laid on pipe at length 2886.6m and 2887.1m.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2nd case at length 4303.5m, the affected weld is from winding process.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In addition, based on DI-IND-MET1075, the subsequent welds shall be retrieved if reachable for the test and analysis. The subsequent welds were gone through the tensile test, and the result is detailed below.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Tensile results for the subsequent welds:-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41-13 (N+3) : 616.2mPa</a:t>
            </a: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42-13 (N+4) : 602.2mPa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minimum criteria for the tensile test are 530mPa.</a:t>
            </a:r>
            <a:br>
              <a:rPr lang="en-US" sz="800" dirty="0"/>
            </a:br>
            <a:br>
              <a:rPr lang="en-US" sz="800" dirty="0"/>
            </a:br>
            <a:r>
              <a:rPr lang="en-US" sz="8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To note that, N-1 and N+1 welds are not retrievable due to have been laid on pipe at length 4195.5m and 3964.2m.</a:t>
            </a:r>
            <a:endParaRPr lang="en-US" sz="800" dirty="0">
              <a:effectLst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 weld crack length 3379.7m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014759" y="5984201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W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eld crack was detected at length 3379.7m during weld inspection after it was laid on the pipe.</a:t>
            </a:r>
            <a:endParaRPr lang="en-US" sz="1400" dirty="0"/>
          </a:p>
        </p:txBody>
      </p:sp>
      <p:pic>
        <p:nvPicPr>
          <p:cNvPr id="34" name="Picture 33" descr="A picture containing barrel, plant&#10;&#10;Description automatically generated">
            <a:extLst>
              <a:ext uri="{FF2B5EF4-FFF2-40B4-BE49-F238E27FC236}">
                <a16:creationId xmlns:a16="http://schemas.microsoft.com/office/drawing/2014/main" id="{F80CD440-3C25-4F51-BD7C-4A7CB5B7F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245" y="1141287"/>
            <a:ext cx="6096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5" name="Oval 44">
            <a:extLst>
              <a:ext uri="{FF2B5EF4-FFF2-40B4-BE49-F238E27FC236}">
                <a16:creationId xmlns:a16="http://schemas.microsoft.com/office/drawing/2014/main" id="{1C60FACC-6793-47AF-AC9F-C85836CD027F}"/>
              </a:ext>
            </a:extLst>
          </p:cNvPr>
          <p:cNvSpPr/>
          <p:nvPr/>
        </p:nvSpPr>
        <p:spPr>
          <a:xfrm>
            <a:off x="5956031" y="2888172"/>
            <a:ext cx="1515288" cy="12823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6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 after repaired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121275" y="5920721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2 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U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n-spiraling was performed to remove the defective weld and replace with new weld (16-6)</a:t>
            </a:r>
            <a:endParaRPr lang="en-US" sz="14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picture containing barrel, metal, vessel, camera lens&#10;&#10;Description automatically generated">
            <a:extLst>
              <a:ext uri="{FF2B5EF4-FFF2-40B4-BE49-F238E27FC236}">
                <a16:creationId xmlns:a16="http://schemas.microsoft.com/office/drawing/2014/main" id="{15D75848-523C-4DBC-B8B0-C6223EC03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148575"/>
            <a:ext cx="6096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E758659-A05B-43B3-BFAA-41980E276A05}"/>
              </a:ext>
            </a:extLst>
          </p:cNvPr>
          <p:cNvSpPr/>
          <p:nvPr/>
        </p:nvSpPr>
        <p:spPr>
          <a:xfrm>
            <a:off x="7227269" y="3332355"/>
            <a:ext cx="1515288" cy="12823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4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 weld crack length 4303.1m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121275" y="5954174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3 </a:t>
            </a:r>
            <a:r>
              <a:rPr lang="en-US" sz="1400" dirty="0"/>
              <a:t>: W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eld crack was detected at length 4303.5m during weld inspection after it was laid on the pipe.</a:t>
            </a:r>
            <a:endParaRPr lang="en-US" sz="14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 descr="A picture containing indoor, barrel, metal, leather&#10;&#10;Description automatically generated">
            <a:extLst>
              <a:ext uri="{FF2B5EF4-FFF2-40B4-BE49-F238E27FC236}">
                <a16:creationId xmlns:a16="http://schemas.microsoft.com/office/drawing/2014/main" id="{D7779142-6752-4E50-B049-A7E8BA67C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017" y="1126222"/>
            <a:ext cx="6096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18B63F8-4A38-49EF-95F0-5988ED6DA57A}"/>
              </a:ext>
            </a:extLst>
          </p:cNvPr>
          <p:cNvSpPr/>
          <p:nvPr/>
        </p:nvSpPr>
        <p:spPr>
          <a:xfrm>
            <a:off x="4878352" y="3276600"/>
            <a:ext cx="1515288" cy="12823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37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 after repaired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87051" y="5954174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4 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U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n-spiraling was performed to remove the defective weld and replace with new weld (1-7)</a:t>
            </a:r>
            <a:endParaRPr lang="en-US" sz="14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1AEFB57A-B34F-4C4F-A6A8-9577EE93D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906" y="1136725"/>
            <a:ext cx="3429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picture containing metal&#10;&#10;Description automatically generated">
            <a:extLst>
              <a:ext uri="{FF2B5EF4-FFF2-40B4-BE49-F238E27FC236}">
                <a16:creationId xmlns:a16="http://schemas.microsoft.com/office/drawing/2014/main" id="{F6560FAA-9179-46C0-B179-5940DBCA7F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059" y="1144398"/>
            <a:ext cx="3429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550BCFBF-4302-456F-9710-F58855988F84}"/>
              </a:ext>
            </a:extLst>
          </p:cNvPr>
          <p:cNvSpPr/>
          <p:nvPr/>
        </p:nvSpPr>
        <p:spPr>
          <a:xfrm rot="17882892">
            <a:off x="3171840" y="2394496"/>
            <a:ext cx="1360345" cy="12823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21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539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 - 4837</vt:lpstr>
      <vt:lpstr>Pipe section / Details</vt:lpstr>
      <vt:lpstr>Overview of anomaly</vt:lpstr>
      <vt:lpstr>Wire weld crack length 3379.7m photo</vt:lpstr>
      <vt:lpstr>Photo after repaired</vt:lpstr>
      <vt:lpstr>Wire weld crack length 4303.1m photo</vt:lpstr>
      <vt:lpstr>Photo after repaired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Muizuddin Mohd Noh</cp:lastModifiedBy>
  <cp:revision>540</cp:revision>
  <dcterms:created xsi:type="dcterms:W3CDTF">2017-01-06T20:47:07Z</dcterms:created>
  <dcterms:modified xsi:type="dcterms:W3CDTF">2023-05-28T03:08:10Z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