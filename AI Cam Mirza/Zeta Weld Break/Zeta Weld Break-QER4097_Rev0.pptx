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4"/>
  </p:notesMasterIdLst>
  <p:sldIdLst>
    <p:sldId id="276" r:id="rId6"/>
    <p:sldId id="281" r:id="rId7"/>
    <p:sldId id="285" r:id="rId8"/>
    <p:sldId id="288" r:id="rId9"/>
    <p:sldId id="289" r:id="rId10"/>
    <p:sldId id="290" r:id="rId11"/>
    <p:sldId id="291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67" d="100"/>
          <a:sy n="67" d="100"/>
        </p:scale>
        <p:origin x="81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- 4097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SF300065C004.1X - Zeta wire weld crack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38831"/>
              </p:ext>
            </p:extLst>
          </p:nvPr>
        </p:nvGraphicFramePr>
        <p:xfrm>
          <a:off x="1005313" y="972636"/>
          <a:ext cx="9822522" cy="518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SF300065C004.1X</a:t>
                      </a:r>
                      <a:endParaRPr lang="en-US" sz="2400" dirty="0"/>
                    </a:p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492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4618.3m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</a:t>
                      </a:r>
                      <a:r>
                        <a:rPr lang="de-DE" dirty="0" err="1"/>
                        <a:t>wire</a:t>
                      </a:r>
                      <a:r>
                        <a:rPr lang="de-DE" dirty="0"/>
                        <a:t> 6.2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278780" y="996090"/>
            <a:ext cx="1153036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SF300065C004.1X (ST10151896), the welds crack was detected at length 4619.3m and 5080.9m during weld inspection after it was laid on the pipe.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Note that, these affected welds are welds from winding.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the defective welds are as the following: -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1st weld at length 4618.3m - Weld No: 29-6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003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Welding machine: BS13-12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2nd weld at length 5080.9m - Weld No: 14-6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003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Welding machine: BS13-12</a:t>
            </a:r>
          </a:p>
          <a:p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possible root causes for zeta weld crack were due to: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1) Misalignment (High localized stress).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2) Oil presence on the wire (the primary source of Hydrogen).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Machine setting root cause is ruled out based on graph comparison of crack weld and subsequent weld. No anomaly was found.</a:t>
            </a:r>
            <a:endParaRPr lang="en-US" sz="12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welds were rejected according to DP-QCP-08DAQT001. Therefore, the un-spiraling was then performed to remove the defective welds.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(N-1 and N+1) for these 2 welds cracks have been retrieved and tested for tensile test. The results of the tensile test for these 2 welds were accepted.</a:t>
            </a:r>
            <a:endParaRPr lang="en-US" sz="12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crack length 4619.3m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434898" y="591729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4618.3m during weld inspection after it was laid on the pipe..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4E770E-3752-48A9-87E9-C8EA29958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483"/>
          <a:stretch/>
        </p:blipFill>
        <p:spPr>
          <a:xfrm>
            <a:off x="3524250" y="1004327"/>
            <a:ext cx="4645389" cy="48013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Repaired 4619.3m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434898" y="591729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Replaced with weld 21-4 from (BS13-11)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5A5B7-A70C-433A-93F5-C9EE021E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29" y="1064684"/>
            <a:ext cx="8399542" cy="47286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crack length 5080.9m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434898" y="591729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5080.9m during weld inspection after it was laid on the pipe..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613048-5A7B-43A1-BA11-F8A9EB313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642" y="1040731"/>
            <a:ext cx="6368715" cy="47765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417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Repaired 5080.9m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434898" y="591729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4 </a:t>
            </a:r>
            <a:r>
              <a:rPr lang="en-US" sz="1400" dirty="0"/>
              <a:t>: Replaced with weld 24-04 from (BS13-11)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2A4DF-61BD-4473-B9A7-6E8CCD9CA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6" b="23903"/>
          <a:stretch/>
        </p:blipFill>
        <p:spPr>
          <a:xfrm>
            <a:off x="1046399" y="1015978"/>
            <a:ext cx="10099201" cy="47780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462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384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- 4097</vt:lpstr>
      <vt:lpstr>Pipe section / Details</vt:lpstr>
      <vt:lpstr>Overview of anomaly</vt:lpstr>
      <vt:lpstr>Wire crack length 4619.3m photo</vt:lpstr>
      <vt:lpstr>Repaired 4619.3m Photo</vt:lpstr>
      <vt:lpstr>Wire crack length 5080.9m photo</vt:lpstr>
      <vt:lpstr>Repaired 5080.9m Photo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Muizuddin Mohd Noh</cp:lastModifiedBy>
  <cp:revision>531</cp:revision>
  <dcterms:created xsi:type="dcterms:W3CDTF">2017-01-06T20:47:07Z</dcterms:created>
  <dcterms:modified xsi:type="dcterms:W3CDTF">2023-03-10T07:06:48Z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