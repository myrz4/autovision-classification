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2"/>
  </p:notesMasterIdLst>
  <p:sldIdLst>
    <p:sldId id="276" r:id="rId6"/>
    <p:sldId id="281" r:id="rId7"/>
    <p:sldId id="285" r:id="rId8"/>
    <p:sldId id="288" r:id="rId9"/>
    <p:sldId id="289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67" d="100"/>
          <a:sy n="67" d="100"/>
        </p:scale>
        <p:origin x="816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QER-4252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0570" y="3416299"/>
            <a:ext cx="9232503" cy="317501"/>
          </a:xfrm>
        </p:spPr>
        <p:txBody>
          <a:bodyPr/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SF300065C002.2X - Zeta wire weld crack</a:t>
            </a:r>
            <a:r>
              <a:rPr lang="en-US" sz="1400" dirty="0"/>
              <a:t>   </a:t>
            </a:r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321262"/>
              </p:ext>
            </p:extLst>
          </p:nvPr>
        </p:nvGraphicFramePr>
        <p:xfrm>
          <a:off x="882650" y="1117601"/>
          <a:ext cx="10179050" cy="4805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BID 141KM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/>
                        <a:t>Pipe section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SF300065C004.2X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ST10151896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Zeta spiraling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339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157.3m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Zeta 6.2 FI09 (MP205)</a:t>
                      </a:r>
                      <a:endParaRPr 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258292" y="1262806"/>
            <a:ext cx="1167541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</a:rPr>
              <a:t>During the zeta spiraling process for BID 141KM SF300065C004.2X (ST10151896), the weld crack was detected at length 157.3m during weld inspection after it was laid on the pipe.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</a:rPr>
              <a:t>Note that, this affected weld is weld from the winding process.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</a:rPr>
              <a:t>Details of the defective weld are as the following: -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</a:rPr>
              <a:t>Length on pipe: 157.3m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</a:rPr>
              <a:t>Weld No: 7-5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</a:rPr>
              <a:t>Bobbin no: 014</a:t>
            </a:r>
            <a:endParaRPr lang="en-US" sz="1400" dirty="0">
              <a:solidFill>
                <a:srgbClr val="222222"/>
              </a:solidFill>
            </a:endParaRPr>
          </a:p>
          <a:p>
            <a:br>
              <a:rPr lang="en-US" sz="1400" dirty="0"/>
            </a:br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endParaRPr lang="en-US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400" b="0" i="0" dirty="0">
                <a:solidFill>
                  <a:srgbClr val="222222"/>
                </a:solidFill>
                <a:effectLst/>
              </a:rPr>
              <a:t>The possible root cause for the zeta weld crack was welding preparation.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</a:rPr>
              <a:t>Machine setting root cause is ruled out based on graph comparison of crack weld and subsequent weld. No anomaly was found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endParaRPr lang="en-US" sz="12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endParaRPr lang="en-US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400" b="0" i="0" dirty="0">
                <a:solidFill>
                  <a:srgbClr val="222222"/>
                </a:solidFill>
                <a:effectLst/>
              </a:rPr>
              <a:t>These 2 welds N-1 and N+1 have been retrieved and tested for tensile test. The results of tensile for these two welds were accepted.</a:t>
            </a:r>
            <a:endParaRPr lang="en-US" sz="14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80808"/>
                </a:solidFill>
              </a:rPr>
              <a:t>Defect Photo</a:t>
            </a:r>
            <a:endParaRPr lang="en-US" sz="4000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31290" y="5702379"/>
            <a:ext cx="10127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157.3m during weld inspection after it was laid on the pipe.</a:t>
            </a:r>
            <a:endParaRPr lang="en-US" sz="14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picture containing vessel, barrel, close&#10;&#10;Description automatically generated">
            <a:extLst>
              <a:ext uri="{FF2B5EF4-FFF2-40B4-BE49-F238E27FC236}">
                <a16:creationId xmlns:a16="http://schemas.microsoft.com/office/drawing/2014/main" id="{9819259A-335B-4ABC-899D-EA765FC66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880" y="980010"/>
            <a:ext cx="6124239" cy="45931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Replaced weld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2406339" y="6014395"/>
            <a:ext cx="7379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the un-spiraling was then performed to remove the defective weld.</a:t>
            </a:r>
            <a:endParaRPr lang="en-US" sz="14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close up of a tire&#10;&#10;Description automatically generated with low confidence">
            <a:extLst>
              <a:ext uri="{FF2B5EF4-FFF2-40B4-BE49-F238E27FC236}">
                <a16:creationId xmlns:a16="http://schemas.microsoft.com/office/drawing/2014/main" id="{9B6AFE9C-5330-43E6-BD53-1D89674A5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507" y="1179530"/>
            <a:ext cx="6404986" cy="4803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175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264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QER-4252</vt:lpstr>
      <vt:lpstr>Pipe section / Details</vt:lpstr>
      <vt:lpstr>Overview of anomaly</vt:lpstr>
      <vt:lpstr>Defect Photo</vt:lpstr>
      <vt:lpstr>Replaced weld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Muizuddin Mohd Noh</cp:lastModifiedBy>
  <cp:revision>527</cp:revision>
  <dcterms:created xsi:type="dcterms:W3CDTF">2017-01-06T20:47:07Z</dcterms:created>
  <dcterms:modified xsi:type="dcterms:W3CDTF">2023-05-03T00:10:12Z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