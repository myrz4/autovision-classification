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  <p:sldMasterId id="2147483716" r:id="rId3"/>
    <p:sldMasterId id="2147483710" r:id="rId4"/>
    <p:sldMasterId id="2147483723" r:id="rId5"/>
  </p:sldMasterIdLst>
  <p:notesMasterIdLst>
    <p:notesMasterId r:id="rId13"/>
  </p:notesMasterIdLst>
  <p:sldIdLst>
    <p:sldId id="276" r:id="rId6"/>
    <p:sldId id="281" r:id="rId7"/>
    <p:sldId id="285" r:id="rId8"/>
    <p:sldId id="290" r:id="rId9"/>
    <p:sldId id="288" r:id="rId10"/>
    <p:sldId id="289" r:id="rId11"/>
    <p:sldId id="27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FF"/>
    <a:srgbClr val="CB2C30"/>
    <a:srgbClr val="49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58" autoAdjust="0"/>
    <p:restoredTop sz="96120" autoAdjust="0"/>
  </p:normalViewPr>
  <p:slideViewPr>
    <p:cSldViewPr snapToGrid="0">
      <p:cViewPr varScale="1">
        <p:scale>
          <a:sx n="114" d="100"/>
          <a:sy n="114" d="100"/>
        </p:scale>
        <p:origin x="73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6BAAD-1FB8-463E-98EC-4A9AB5876F30}" type="datetimeFigureOut">
              <a:rPr lang="en-US" smtClean="0"/>
              <a:t>05-Jan-24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A596D-E0A5-4850-848A-42B87D1D7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8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54665" y="1632985"/>
            <a:ext cx="11125200" cy="3894138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2"/>
          <p:cNvSpPr>
            <a:spLocks noGrp="1"/>
          </p:cNvSpPr>
          <p:nvPr>
            <p:ph type="title"/>
          </p:nvPr>
        </p:nvSpPr>
        <p:spPr>
          <a:xfrm>
            <a:off x="533400" y="156654"/>
            <a:ext cx="11125200" cy="9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2862755"/>
          </a:xfrm>
          <a:prstGeom prst="rect">
            <a:avLst/>
          </a:prstGeom>
        </p:spPr>
        <p:txBody>
          <a:bodyPr numCol="2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Column Text (20pt)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16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32985"/>
            <a:ext cx="11125200" cy="3894138"/>
          </a:xfrm>
          <a:prstGeom prst="rect">
            <a:avLst/>
          </a:prstGeom>
        </p:spPr>
        <p:txBody>
          <a:bodyPr numCol="3" spcCol="228600"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Column Text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endParaRPr lang="en-US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Subheading </a:t>
            </a:r>
          </a:p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Body text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endParaRPr lang="en-US" sz="2000" dirty="0">
              <a:solidFill>
                <a:srgbClr val="494D4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92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3400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662729" y="1521169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792059" y="1525788"/>
            <a:ext cx="2866541" cy="27750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533400" y="4425696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4662488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791575" y="4460812"/>
            <a:ext cx="2867025" cy="1708404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>
              <a:spcAft>
                <a:spcPts val="600"/>
              </a:spcAft>
              <a:tabLst>
                <a:tab pos="798513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Subhead (20pt)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 </a:t>
            </a:r>
          </a:p>
          <a:p>
            <a:pPr marL="517525" indent="-342900">
              <a:spcAft>
                <a:spcPts val="600"/>
              </a:spcAft>
              <a:buClr>
                <a:schemeClr val="tx2"/>
              </a:buClr>
              <a:buSzPct val="80000"/>
              <a:buFont typeface="Webdings" panose="05030102010509060703" pitchFamily="18" charset="2"/>
              <a:buChar char=""/>
              <a:tabLst>
                <a:tab pos="798513" algn="l"/>
              </a:tabLst>
            </a:pPr>
            <a:r>
              <a:rPr lang="en-US" sz="2000" dirty="0">
                <a:solidFill>
                  <a:srgbClr val="494D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Bullet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533400" y="137263"/>
            <a:ext cx="11125200" cy="9018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586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8"/>
          <p:cNvSpPr>
            <a:spLocks noGrp="1"/>
          </p:cNvSpPr>
          <p:nvPr>
            <p:ph type="title" hasCustomPrompt="1"/>
          </p:nvPr>
        </p:nvSpPr>
        <p:spPr>
          <a:xfrm>
            <a:off x="658630" y="2231346"/>
            <a:ext cx="5800725" cy="916588"/>
          </a:xfrm>
          <a:prstGeom prst="rect">
            <a:avLst/>
          </a:prstGeom>
        </p:spPr>
        <p:txBody>
          <a:bodyPr/>
          <a:lstStyle>
            <a:lvl1pPr>
              <a:lnSpc>
                <a:spcPts val="3500"/>
              </a:lnSpc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58629" y="3498667"/>
            <a:ext cx="5800725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(18pt)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619" y="4432091"/>
            <a:ext cx="2579247" cy="2373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Date (12pt)</a:t>
            </a:r>
          </a:p>
        </p:txBody>
      </p:sp>
    </p:spTree>
    <p:extLst>
      <p:ext uri="{BB962C8B-B14F-4D97-AF65-F5344CB8AC3E}">
        <p14:creationId xmlns:p14="http://schemas.microsoft.com/office/powerpoint/2010/main" val="3004092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 userDrawn="1">
            <p:ph type="title"/>
          </p:nvPr>
        </p:nvSpPr>
        <p:spPr>
          <a:xfrm>
            <a:off x="533400" y="354108"/>
            <a:ext cx="11125200" cy="951611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78941"/>
            <a:ext cx="2940984" cy="29409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892" y="65880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02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pos="73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Gre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821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pos="73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866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265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3400" y="1385508"/>
            <a:ext cx="7203558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533400" y="2704268"/>
            <a:ext cx="7203558" cy="1186976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43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Take-awa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8006"/>
            <a:ext cx="7476744" cy="322262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3926541"/>
            <a:ext cx="2940984" cy="2940984"/>
            <a:chOff x="0" y="3926541"/>
            <a:chExt cx="2940984" cy="2940984"/>
          </a:xfrm>
        </p:grpSpPr>
        <p:pic>
          <p:nvPicPr>
            <p:cNvPr id="13" name="Picture 12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926541"/>
              <a:ext cx="2940984" cy="2940984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492" y="6435673"/>
              <a:ext cx="1371600" cy="2532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2782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BAE40"/>
          </p15:clr>
        </p15:guide>
        <p15:guide id="2" orient="horz" pos="22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93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pos="7152" userDrawn="1">
          <p15:clr>
            <a:srgbClr val="F26B43"/>
          </p15:clr>
        </p15:guide>
        <p15:guide id="3" orient="horz" pos="3864" userDrawn="1">
          <p15:clr>
            <a:srgbClr val="F26B43"/>
          </p15:clr>
        </p15:guide>
        <p15:guide id="4" orient="horz" pos="456" userDrawn="1">
          <p15:clr>
            <a:srgbClr val="F26B43"/>
          </p15:clr>
        </p15:guide>
        <p15:guide id="5" orient="horz" pos="11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3092476" y="0"/>
            <a:ext cx="9137356" cy="6867234"/>
            <a:chOff x="25893" y="0"/>
            <a:chExt cx="9137356" cy="6867234"/>
          </a:xfrm>
        </p:grpSpPr>
        <p:sp>
          <p:nvSpPr>
            <p:cNvPr id="8" name="Rectangle 7"/>
            <p:cNvSpPr/>
            <p:nvPr userDrawn="1"/>
          </p:nvSpPr>
          <p:spPr>
            <a:xfrm>
              <a:off x="2685094" y="1285875"/>
              <a:ext cx="6478155" cy="5572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93" y="0"/>
              <a:ext cx="9133010" cy="6867234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8214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76" y="636924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78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4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8337755" y="6414408"/>
            <a:ext cx="30160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</a:t>
            </a:r>
            <a:r>
              <a:rPr lang="en-US" sz="900" baseline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footer text  </a:t>
            </a:r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  </a:t>
            </a:r>
            <a:fld id="{11B427C5-C2E3-4C10-899D-ACC0DA09E6A6}" type="slidenum">
              <a:rPr lang="en-US" sz="9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92" y="6435673"/>
            <a:ext cx="1371600" cy="25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1" r:id="rId2"/>
    <p:sldLayoutId id="2147483712" r:id="rId3"/>
    <p:sldLayoutId id="2147483713" r:id="rId4"/>
    <p:sldLayoutId id="2147483714" r:id="rId5"/>
    <p:sldLayoutId id="21474837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" userDrawn="1">
          <p15:clr>
            <a:srgbClr val="F26B43"/>
          </p15:clr>
        </p15:guide>
        <p15:guide id="2" orient="horz" pos="456" userDrawn="1">
          <p15:clr>
            <a:srgbClr val="F26B43"/>
          </p15:clr>
        </p15:guide>
        <p15:guide id="3" pos="734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12" y="3168091"/>
            <a:ext cx="2972980" cy="5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5" cy="6857999"/>
          </a:xfrm>
          <a:prstGeom prst="rect">
            <a:avLst/>
          </a:prstGeom>
        </p:spPr>
      </p:pic>
      <p:sp>
        <p:nvSpPr>
          <p:cNvPr id="11" name="Title 8"/>
          <p:cNvSpPr>
            <a:spLocks noGrp="1"/>
          </p:cNvSpPr>
          <p:nvPr>
            <p:ph type="title"/>
          </p:nvPr>
        </p:nvSpPr>
        <p:spPr>
          <a:xfrm>
            <a:off x="562763" y="2840945"/>
            <a:ext cx="4798688" cy="600754"/>
          </a:xfrm>
        </p:spPr>
        <p:txBody>
          <a:bodyPr/>
          <a:lstStyle/>
          <a:p>
            <a:r>
              <a:rPr lang="en-US" b="1" dirty="0"/>
              <a:t>QER – 6806</a:t>
            </a:r>
            <a:br>
              <a:rPr lang="en-US" b="1" dirty="0"/>
            </a:br>
            <a:endParaRPr lang="en-US" dirty="0">
              <a:effectLst/>
            </a:endParaRPr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62764" y="3429000"/>
            <a:ext cx="8101734" cy="317501"/>
          </a:xfrm>
        </p:spPr>
        <p:txBody>
          <a:bodyPr/>
          <a:lstStyle/>
          <a:p>
            <a:pPr algn="l" fontAlgn="t"/>
            <a:r>
              <a:rPr lang="en-US" sz="16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QER: GUMUSUT KAKAP PHASE 4 SF300505C004.11+12+13 - Zeta wire weld crack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2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514199"/>
              </p:ext>
            </p:extLst>
          </p:nvPr>
        </p:nvGraphicFramePr>
        <p:xfrm>
          <a:off x="1105672" y="1081693"/>
          <a:ext cx="9822522" cy="5063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1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1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1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Item</a:t>
                      </a:r>
                    </a:p>
                    <a:p>
                      <a:pPr marL="0" algn="ctr" defTabSz="914400" rtl="0" eaLnBrk="1" latinLnBrk="0" hangingPunct="1"/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Traceability / identification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300505C004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Project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GUMUSUT KAKAP GERONGGONG JAGUS EAST PHASE 4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Pipe section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SF300505C004.11+12+13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ST 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ST127.70305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399">
                <a:tc>
                  <a:txBody>
                    <a:bodyPr/>
                    <a:lstStyle/>
                    <a:p>
                      <a:r>
                        <a:rPr lang="en-US" sz="2000" b="1" dirty="0"/>
                        <a:t>Affected layer / equipment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</a:rPr>
                        <a:t>Pressure Vault Spiraling</a:t>
                      </a:r>
                      <a:endParaRPr lang="en-GB" sz="2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2541">
                <a:tc>
                  <a:txBody>
                    <a:bodyPr/>
                    <a:lstStyle/>
                    <a:p>
                      <a:r>
                        <a:rPr lang="en-US" sz="2000" b="1" dirty="0"/>
                        <a:t>Length</a:t>
                      </a:r>
                      <a:r>
                        <a:rPr lang="en-US" sz="2000" b="1" baseline="0" dirty="0"/>
                        <a:t> affected</a:t>
                      </a:r>
                      <a:endParaRPr lang="en-US" sz="2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77.1m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3060">
                <a:tc>
                  <a:txBody>
                    <a:bodyPr/>
                    <a:lstStyle/>
                    <a:p>
                      <a:r>
                        <a:rPr lang="en-US" sz="2000" b="1" dirty="0"/>
                        <a:t>Drawing number / MP code / STA / Dimension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 Zeta 8 FI09 (MP234)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itle 7">
            <a:extLst>
              <a:ext uri="{FF2B5EF4-FFF2-40B4-BE49-F238E27FC236}">
                <a16:creationId xmlns:a16="http://schemas.microsoft.com/office/drawing/2014/main" id="{57EDE61D-85BE-47FE-ADE9-7C624E89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Pipe section / Details</a:t>
            </a:r>
          </a:p>
        </p:txBody>
      </p:sp>
    </p:spTree>
    <p:extLst>
      <p:ext uri="{BB962C8B-B14F-4D97-AF65-F5344CB8AC3E}">
        <p14:creationId xmlns:p14="http://schemas.microsoft.com/office/powerpoint/2010/main" val="87186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423746" y="937161"/>
            <a:ext cx="11296186" cy="3474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Description:- 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During the zeta spiraling process of GUMUSUT KAKAP GERONGGONG JAGUS EAST PHASE 4 SF300505C004.11+12+13 (ST127.70305), zeta wire weld crack was detected at length 77.1m on pipe.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To note that, the affected weld from winding process and it was detected during weld inspection after laid on the pipe.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Details of affected weld are as the following:-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number : 04-03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Welding machine : BS13-11</a:t>
            </a:r>
            <a:br>
              <a:rPr lang="en-US" sz="1400" dirty="0"/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Bobbin number : 014</a:t>
            </a:r>
            <a:endParaRPr lang="en-US" sz="1400" u="sng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endParaRPr lang="en-US" sz="1400" u="sng" dirty="0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r>
              <a:rPr lang="en-US" sz="1600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Root Cause:- 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root cause was suspected due to inclusion as no anomalies were found on the machine (mechanically, power supply and forging distance).</a:t>
            </a:r>
          </a:p>
          <a:p>
            <a:endParaRPr lang="en-US" sz="1200" dirty="0">
              <a:solidFill>
                <a:srgbClr val="222222"/>
              </a:solidFill>
              <a:latin typeface="Open Sans" panose="020B0606030504020204" pitchFamily="34" charset="0"/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 (</a:t>
            </a:r>
            <a:r>
              <a:rPr lang="en-US" dirty="0" err="1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</a:t>
            </a:r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5791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51A6E4E-D3A8-4EC1-BE53-9DF27CD3E17D}"/>
              </a:ext>
            </a:extLst>
          </p:cNvPr>
          <p:cNvSpPr txBox="1"/>
          <p:nvPr/>
        </p:nvSpPr>
        <p:spPr>
          <a:xfrm>
            <a:off x="423746" y="937161"/>
            <a:ext cx="11296186" cy="3043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u="sng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Handling:- </a:t>
            </a:r>
          </a:p>
          <a:p>
            <a:pPr algn="l" fontAlgn="t"/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defective weld was rejected according to DP-QCP-08DAQT001. Therefore, un-spiraling was performed to remove the defective weld. In addition, based on DI-IND-MET1075, the subsequent welds shall be retrieved if reachable for the test and analysis. The subsequent welds were gone through the tensile test, and the result is detailed below.</a:t>
            </a:r>
            <a:b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b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Tensile results for the subsequent welds: -</a:t>
            </a:r>
            <a:b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03-03 (N-1) = 586.7mPa</a:t>
            </a:r>
            <a:b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 Weld 06-03 (N+2) = 636.6mPa</a:t>
            </a:r>
            <a:b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 minimum criteria for the tensile test are 530mPa</a:t>
            </a:r>
            <a:b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b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To note that, N+1 weld are not reachable due to being laid on a pipe at length 59.9m.</a:t>
            </a:r>
          </a:p>
          <a:p>
            <a:b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</a:br>
            <a:endParaRPr lang="en-US" sz="1400" b="1" u="sng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5A1AA70D-F46C-4B5F-A682-101CB5606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anomaly</a:t>
            </a:r>
          </a:p>
        </p:txBody>
      </p:sp>
    </p:spTree>
    <p:extLst>
      <p:ext uri="{BB962C8B-B14F-4D97-AF65-F5344CB8AC3E}">
        <p14:creationId xmlns:p14="http://schemas.microsoft.com/office/powerpoint/2010/main" val="1184036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Defect Photo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188063" y="5966908"/>
            <a:ext cx="10105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1 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Z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eta wire weld crack was detected at length 77.1m on pipe.</a:t>
            </a:r>
            <a:endParaRPr lang="en-US" sz="1400" dirty="0"/>
          </a:p>
        </p:txBody>
      </p:sp>
      <p:pic>
        <p:nvPicPr>
          <p:cNvPr id="3" name="Picture 2" descr="A close up of a machine&#10;&#10;Description automatically generated">
            <a:extLst>
              <a:ext uri="{FF2B5EF4-FFF2-40B4-BE49-F238E27FC236}">
                <a16:creationId xmlns:a16="http://schemas.microsoft.com/office/drawing/2014/main" id="{C87E6F03-3DFD-9D0F-C837-B36293345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879" y="1115914"/>
            <a:ext cx="6096000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 descr="A close-up of a metal roller&#10;&#10;Description automatically generated">
            <a:extLst>
              <a:ext uri="{FF2B5EF4-FFF2-40B4-BE49-F238E27FC236}">
                <a16:creationId xmlns:a16="http://schemas.microsoft.com/office/drawing/2014/main" id="{06D321F8-353E-D1C2-29FC-321130848B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9" r="20549"/>
          <a:stretch/>
        </p:blipFill>
        <p:spPr>
          <a:xfrm>
            <a:off x="1059365" y="1115914"/>
            <a:ext cx="3780264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7865C0E-AED1-5B0A-18A9-5DDA22225722}"/>
              </a:ext>
            </a:extLst>
          </p:cNvPr>
          <p:cNvSpPr/>
          <p:nvPr/>
        </p:nvSpPr>
        <p:spPr>
          <a:xfrm>
            <a:off x="2397513" y="2799747"/>
            <a:ext cx="1494264" cy="126008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62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39F2657-C04B-4DCE-81CE-1281CB74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140"/>
            <a:ext cx="12192000" cy="9018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Photo after repaired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812327-636C-4753-8680-A8898364D124}"/>
              </a:ext>
            </a:extLst>
          </p:cNvPr>
          <p:cNvSpPr txBox="1"/>
          <p:nvPr/>
        </p:nvSpPr>
        <p:spPr>
          <a:xfrm>
            <a:off x="1170879" y="5881318"/>
            <a:ext cx="9846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Figure 2 </a:t>
            </a:r>
            <a:r>
              <a:rPr lang="en-US" sz="1400" dirty="0"/>
              <a:t>: 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U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n-spiraling was performed to remove the defective weld and replaced new weld (</a:t>
            </a:r>
            <a:r>
              <a:rPr lang="en-US" sz="1400" dirty="0">
                <a:solidFill>
                  <a:srgbClr val="222222"/>
                </a:solidFill>
                <a:latin typeface="Open Sans" panose="020B0606030504020204" pitchFamily="34" charset="0"/>
              </a:rPr>
              <a:t>07-08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)</a:t>
            </a:r>
            <a:endParaRPr lang="en-US" sz="1050" b="1" u="sng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0F75454-4AC0-4C6E-993C-F5AF40DE7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7D85B6-1AF5-A778-7D41-68F438578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794" y="1064943"/>
            <a:ext cx="8134695" cy="457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241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834" y="0"/>
            <a:ext cx="573616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1809" y="2794000"/>
            <a:ext cx="4958291" cy="1079500"/>
          </a:xfrm>
        </p:spPr>
        <p:txBody>
          <a:bodyPr/>
          <a:lstStyle/>
          <a:p>
            <a:pPr algn="ctr"/>
            <a:br>
              <a:rPr lang="en-US" sz="4800" b="1" dirty="0"/>
            </a:br>
            <a:r>
              <a:rPr lang="en-US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6797236"/>
      </p:ext>
    </p:extLst>
  </p:cSld>
  <p:clrMapOvr>
    <a:masterClrMapping/>
  </p:clrMapOvr>
</p:sld>
</file>

<file path=ppt/theme/theme1.xml><?xml version="1.0" encoding="utf-8"?>
<a:theme xmlns:a="http://schemas.openxmlformats.org/drawingml/2006/main" name="Text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72A50781-4C99-4C03-83CD-FA397A9A26E8}"/>
    </a:ext>
  </a:extLst>
</a:theme>
</file>

<file path=ppt/theme/theme2.xml><?xml version="1.0" encoding="utf-8"?>
<a:theme xmlns:a="http://schemas.openxmlformats.org/drawingml/2006/main" name="Cover 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264E4DFC-9410-47E4-9B7F-A5442DBCB59B}"/>
    </a:ext>
  </a:extLst>
</a:theme>
</file>

<file path=ppt/theme/theme3.xml><?xml version="1.0" encoding="utf-8"?>
<a:theme xmlns:a="http://schemas.openxmlformats.org/drawingml/2006/main" name="Cover and Photo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9AFBA3D3-A0A6-4536-B45E-40FDC3D467A0}"/>
    </a:ext>
  </a:extLst>
</a:theme>
</file>

<file path=ppt/theme/theme4.xml><?xml version="1.0" encoding="utf-8"?>
<a:theme xmlns:a="http://schemas.openxmlformats.org/drawingml/2006/main" name="Agenda and Section">
  <a:themeElements>
    <a:clrScheme name="Custom 2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FFCD00"/>
      </a:accent5>
      <a:accent6>
        <a:srgbClr val="3A913F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EB1971BE-F4B0-49A0-9372-405B1B105A4E}"/>
    </a:ext>
  </a:extLst>
</a:theme>
</file>

<file path=ppt/theme/theme5.xml><?xml version="1.0" encoding="utf-8"?>
<a:theme xmlns:a="http://schemas.openxmlformats.org/drawingml/2006/main" name="Closing Slide Master">
  <a:themeElements>
    <a:clrScheme name="Custom 1">
      <a:dk1>
        <a:srgbClr val="53565A"/>
      </a:dk1>
      <a:lt1>
        <a:sysClr val="window" lastClr="FFFFFF"/>
      </a:lt1>
      <a:dk2>
        <a:srgbClr val="512D6D"/>
      </a:dk2>
      <a:lt2>
        <a:srgbClr val="E7E6E6"/>
      </a:lt2>
      <a:accent1>
        <a:srgbClr val="00A3E0"/>
      </a:accent1>
      <a:accent2>
        <a:srgbClr val="CB2C30"/>
      </a:accent2>
      <a:accent3>
        <a:srgbClr val="757B78"/>
      </a:accent3>
      <a:accent4>
        <a:srgbClr val="A7A8AA"/>
      </a:accent4>
      <a:accent5>
        <a:srgbClr val="D0D0CE"/>
      </a:accent5>
      <a:accent6>
        <a:srgbClr val="FFCD00"/>
      </a:accent6>
      <a:hlink>
        <a:srgbClr val="EA7500"/>
      </a:hlink>
      <a:folHlink>
        <a:srgbClr val="3A913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 9.pptx" id="{C8DDFE6D-F6EB-44FF-9536-D1CDCC38BC26}" vid="{1A4948F9-4CBF-4DD8-A123-ADDEB5543F6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358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Open Sans</vt:lpstr>
      <vt:lpstr>Webdings</vt:lpstr>
      <vt:lpstr>Text</vt:lpstr>
      <vt:lpstr>Cover </vt:lpstr>
      <vt:lpstr>Cover and Photo</vt:lpstr>
      <vt:lpstr>Agenda and Section</vt:lpstr>
      <vt:lpstr>Closing Slide Master</vt:lpstr>
      <vt:lpstr>QER – 6806 </vt:lpstr>
      <vt:lpstr>Pipe section / Details</vt:lpstr>
      <vt:lpstr>Overview of anomaly (Cont)</vt:lpstr>
      <vt:lpstr>Overview of anomaly</vt:lpstr>
      <vt:lpstr>Defect Photo</vt:lpstr>
      <vt:lpstr>Photo after repaired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title (32pt)</dc:title>
  <dc:creator>Sandy Enoch</dc:creator>
  <cp:lastModifiedBy>MuhammadAiman Mahzan</cp:lastModifiedBy>
  <cp:revision>572</cp:revision>
  <dcterms:created xsi:type="dcterms:W3CDTF">2017-01-06T20:47:07Z</dcterms:created>
  <dcterms:modified xsi:type="dcterms:W3CDTF">2024-01-05T07:38:27Z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98a045-e53d-4dce-a8d7-f41d40d412ce_Enabled">
    <vt:lpwstr>True</vt:lpwstr>
  </property>
  <property fmtid="{D5CDD505-2E9C-101B-9397-08002B2CF9AE}" pid="3" name="MSIP_Label_c998a045-e53d-4dce-a8d7-f41d40d412ce_SiteId">
    <vt:lpwstr>0804c951-93a0-405d-80e4-fa87c7551d6a</vt:lpwstr>
  </property>
  <property fmtid="{D5CDD505-2E9C-101B-9397-08002B2CF9AE}" pid="4" name="MSIP_Label_c998a045-e53d-4dce-a8d7-f41d40d412ce_Owner">
    <vt:lpwstr>muhamadrazif.abdullah@technipfmc.com</vt:lpwstr>
  </property>
  <property fmtid="{D5CDD505-2E9C-101B-9397-08002B2CF9AE}" pid="5" name="MSIP_Label_c998a045-e53d-4dce-a8d7-f41d40d412ce_SetDate">
    <vt:lpwstr>2021-06-17T02:46:57.0083478Z</vt:lpwstr>
  </property>
  <property fmtid="{D5CDD505-2E9C-101B-9397-08002B2CF9AE}" pid="6" name="MSIP_Label_c998a045-e53d-4dce-a8d7-f41d40d412ce_Name">
    <vt:lpwstr>General</vt:lpwstr>
  </property>
  <property fmtid="{D5CDD505-2E9C-101B-9397-08002B2CF9AE}" pid="7" name="MSIP_Label_c998a045-e53d-4dce-a8d7-f41d40d412ce_Application">
    <vt:lpwstr>Microsoft Azure Information Protection</vt:lpwstr>
  </property>
  <property fmtid="{D5CDD505-2E9C-101B-9397-08002B2CF9AE}" pid="8" name="MSIP_Label_c998a045-e53d-4dce-a8d7-f41d40d412ce_Extended_MSFT_Method">
    <vt:lpwstr>Automatic</vt:lpwstr>
  </property>
  <property fmtid="{D5CDD505-2E9C-101B-9397-08002B2CF9AE}" pid="9" name="MSIP_Label_3b48b937-0ae3-46f5-b32e-f3232b5be847_Enabled">
    <vt:lpwstr>True</vt:lpwstr>
  </property>
  <property fmtid="{D5CDD505-2E9C-101B-9397-08002B2CF9AE}" pid="10" name="MSIP_Label_3b48b937-0ae3-46f5-b32e-f3232b5be847_SiteId">
    <vt:lpwstr>9179d01a-e94c-4488-b5f0-4554bc474f8c</vt:lpwstr>
  </property>
  <property fmtid="{D5CDD505-2E9C-101B-9397-08002B2CF9AE}" pid="11" name="MSIP_Label_3b48b937-0ae3-46f5-b32e-f3232b5be847_Owner">
    <vt:lpwstr>muizuddin.mohdnoh@technipfmc.com</vt:lpwstr>
  </property>
  <property fmtid="{D5CDD505-2E9C-101B-9397-08002B2CF9AE}" pid="12" name="MSIP_Label_3b48b937-0ae3-46f5-b32e-f3232b5be847_SetDate">
    <vt:lpwstr>2019-07-26T17:37:22.3670000Z</vt:lpwstr>
  </property>
  <property fmtid="{D5CDD505-2E9C-101B-9397-08002B2CF9AE}" pid="13" name="MSIP_Label_3b48b937-0ae3-46f5-b32e-f3232b5be847_Name">
    <vt:lpwstr>General</vt:lpwstr>
  </property>
  <property fmtid="{D5CDD505-2E9C-101B-9397-08002B2CF9AE}" pid="14" name="MSIP_Label_3b48b937-0ae3-46f5-b32e-f3232b5be847_Application">
    <vt:lpwstr>Microsoft Azure Information Protection</vt:lpwstr>
  </property>
  <property fmtid="{D5CDD505-2E9C-101B-9397-08002B2CF9AE}" pid="15" name="MSIP_Label_3b48b937-0ae3-46f5-b32e-f3232b5be847_Extended_MSFT_Method">
    <vt:lpwstr>Automatic</vt:lpwstr>
  </property>
  <property fmtid="{D5CDD505-2E9C-101B-9397-08002B2CF9AE}" pid="16" name="MSIP_Label_8caabacf-b917-4a45-9a5f-ed3a53d2eeb7_Enabled">
    <vt:lpwstr>true</vt:lpwstr>
  </property>
  <property fmtid="{D5CDD505-2E9C-101B-9397-08002B2CF9AE}" pid="17" name="MSIP_Label_8caabacf-b917-4a45-9a5f-ed3a53d2eeb7_SetDate">
    <vt:lpwstr>2021-12-20T23:04:29Z</vt:lpwstr>
  </property>
  <property fmtid="{D5CDD505-2E9C-101B-9397-08002B2CF9AE}" pid="18" name="MSIP_Label_8caabacf-b917-4a45-9a5f-ed3a53d2eeb7_Method">
    <vt:lpwstr>Standard</vt:lpwstr>
  </property>
  <property fmtid="{D5CDD505-2E9C-101B-9397-08002B2CF9AE}" pid="19" name="MSIP_Label_8caabacf-b917-4a45-9a5f-ed3a53d2eeb7_Name">
    <vt:lpwstr>Anyone - No Protection</vt:lpwstr>
  </property>
  <property fmtid="{D5CDD505-2E9C-101B-9397-08002B2CF9AE}" pid="20" name="MSIP_Label_8caabacf-b917-4a45-9a5f-ed3a53d2eeb7_SiteId">
    <vt:lpwstr>0804c951-93a0-405d-80e4-fa87c7551d6a</vt:lpwstr>
  </property>
  <property fmtid="{D5CDD505-2E9C-101B-9397-08002B2CF9AE}" pid="21" name="MSIP_Label_8caabacf-b917-4a45-9a5f-ed3a53d2eeb7_ContentBits">
    <vt:lpwstr>0</vt:lpwstr>
  </property>
</Properties>
</file>